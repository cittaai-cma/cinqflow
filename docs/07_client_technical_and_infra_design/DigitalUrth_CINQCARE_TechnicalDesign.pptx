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90" r:id="rId7"/>
    <p:sldId id="301" r:id="rId8"/>
    <p:sldId id="293" r:id="rId9"/>
    <p:sldId id="294" r:id="rId10"/>
    <p:sldId id="285" r:id="rId11"/>
    <p:sldId id="281" r:id="rId12"/>
    <p:sldId id="280" r:id="rId13"/>
    <p:sldId id="296" r:id="rId14"/>
    <p:sldId id="297" r:id="rId15"/>
    <p:sldId id="300" r:id="rId16"/>
    <p:sldId id="295" r:id="rId17"/>
    <p:sldId id="299" r:id="rId18"/>
    <p:sldId id="274" r:id="rId19"/>
    <p:sldId id="291" r:id="rId20"/>
    <p:sldId id="303" r:id="rId21"/>
    <p:sldId id="287" r:id="rId22"/>
    <p:sldId id="283" r:id="rId23"/>
    <p:sldId id="302" r:id="rId24"/>
    <p:sldId id="282" r:id="rId25"/>
    <p:sldId id="292" r:id="rId26"/>
    <p:sldId id="276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ijx0Z2aN7S08sDWiHCmKgddUkND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E73090E-5568-E333-E599-6D6EB87AF55F}" name="Jayanth" initials="" userId="S::jayanth@bighammer.ai::52151d00-bc5e-4846-8098-9621f3e4e3b9" providerId="AD"/>
  <p188:author id="{1A287C28-3365-1ADD-DFEF-3BF2D361E810}" name="Srinivas" initials="VS" userId="S::srinivas@bighammer.ai::e93a14dd-38e4-4697-8582-6426369bf02b" providerId="AD"/>
  <p188:author id="{A1C7CC60-E982-D71A-ED7A-A2BC5F67E65F}" name="Srinath Reddy B" initials="SRB" userId="S::Srinath@bighammer.ai::a04367f2-03cb-42e6-88c9-ccf6677eadf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E10"/>
    <a:srgbClr val="F2994A"/>
    <a:srgbClr val="FF9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4C32A4-C45D-3F48-B1C8-2CCF5702DBA0}" v="7666" dt="2026-04-08T04:36:20.678"/>
    <p1510:client id="{D9A64E49-BFDB-44F3-A01B-37C8BD03A7C9}" v="1372" dt="2026-04-08T14:46:24.429"/>
  </p1510:revLst>
</p1510:revInfo>
</file>

<file path=ppt/tableStyles.xml><?xml version="1.0" encoding="utf-8"?>
<a:tblStyleLst xmlns:a="http://schemas.openxmlformats.org/drawingml/2006/main" def="{DBA8E064-15B9-4F7A-ACEA-B24B4CE3E799}">
  <a:tblStyle styleId="{DBA8E064-15B9-4F7A-ACEA-B24B4CE3E79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5B947F2-25F0-4142-90AF-70BD28A1C3C6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2F2"/>
          </a:solidFill>
        </a:fill>
      </a:tcStyle>
    </a:wholeTbl>
    <a:band1H>
      <a:tcTxStyle/>
      <a:tcStyle>
        <a:tcBdr/>
        <a:fill>
          <a:solidFill>
            <a:srgbClr val="D4E5E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5E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BA50707-12E2-4B34-A3A0-F58BD3EFF5C7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customschemas.google.com/relationships/presentationmetadata" Target="meta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B1F745-F913-4E92-ADBB-8CE2F5E1F140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0E4D92A-43DF-4119-953D-2EA2AA48EA15}">
      <dgm:prSet phldrT="[Text]" phldr="0"/>
      <dgm:spPr>
        <a:solidFill>
          <a:srgbClr val="FFC000"/>
        </a:solidFill>
      </dgm:spPr>
      <dgm:t>
        <a:bodyPr/>
        <a:lstStyle/>
        <a:p>
          <a:r>
            <a:rPr lang="en-IN" b="1"/>
            <a:t>AI-Powered Data Development</a:t>
          </a:r>
          <a:endParaRPr lang="en-IN"/>
        </a:p>
      </dgm:t>
    </dgm:pt>
    <dgm:pt modelId="{14EE7A1C-0A8D-4452-A89F-04A1C89DD4D2}" type="parTrans" cxnId="{D75D8C62-076A-4432-8693-E1B391AF1F9E}">
      <dgm:prSet/>
      <dgm:spPr/>
      <dgm:t>
        <a:bodyPr/>
        <a:lstStyle/>
        <a:p>
          <a:endParaRPr lang="en-IN"/>
        </a:p>
      </dgm:t>
    </dgm:pt>
    <dgm:pt modelId="{FAB39F9A-3CA6-499A-8F53-2AC8160DEFE4}" type="sibTrans" cxnId="{D75D8C62-076A-4432-8693-E1B391AF1F9E}">
      <dgm:prSet/>
      <dgm:spPr/>
      <dgm:t>
        <a:bodyPr/>
        <a:lstStyle/>
        <a:p>
          <a:endParaRPr lang="en-IN"/>
        </a:p>
      </dgm:t>
    </dgm:pt>
    <dgm:pt modelId="{681699A5-C58D-4EE8-A757-CE479FA7DACC}">
      <dgm:prSet phldrT="[Text]" phldr="0"/>
      <dgm:spPr>
        <a:solidFill>
          <a:srgbClr val="FFC000"/>
        </a:solidFill>
      </dgm:spPr>
      <dgm:t>
        <a:bodyPr/>
        <a:lstStyle/>
        <a:p>
          <a:r>
            <a:rPr lang="en-IN" b="1"/>
            <a:t>Intelligent Impact Analysis</a:t>
          </a:r>
          <a:endParaRPr lang="en-IN"/>
        </a:p>
      </dgm:t>
    </dgm:pt>
    <dgm:pt modelId="{69733936-94D4-4D61-B9E0-7E24FC9F9B70}" type="parTrans" cxnId="{AE33B502-60F8-4DEA-B75E-333AC20B5C55}">
      <dgm:prSet/>
      <dgm:spPr/>
      <dgm:t>
        <a:bodyPr/>
        <a:lstStyle/>
        <a:p>
          <a:endParaRPr lang="en-IN"/>
        </a:p>
      </dgm:t>
    </dgm:pt>
    <dgm:pt modelId="{2CF29815-3913-4A7B-9DF2-C5269FE8AD32}" type="sibTrans" cxnId="{AE33B502-60F8-4DEA-B75E-333AC20B5C55}">
      <dgm:prSet/>
      <dgm:spPr/>
      <dgm:t>
        <a:bodyPr/>
        <a:lstStyle/>
        <a:p>
          <a:endParaRPr lang="en-IN"/>
        </a:p>
      </dgm:t>
    </dgm:pt>
    <dgm:pt modelId="{2758A89D-5B51-4565-9D9F-E5CEB60FAD86}">
      <dgm:prSet phldrT="[Text]" phldr="0"/>
      <dgm:spPr/>
      <dgm:t>
        <a:bodyPr/>
        <a:lstStyle/>
        <a:p>
          <a:r>
            <a:rPr lang="en-IN"/>
            <a:t>Convert business intent → SQL / pipelines using rich context </a:t>
          </a:r>
        </a:p>
      </dgm:t>
    </dgm:pt>
    <dgm:pt modelId="{014357F5-6A70-40D1-A9C6-DB563A05A00F}" type="parTrans" cxnId="{33AF6574-C1BA-4C70-9FDE-98F08D096BDC}">
      <dgm:prSet/>
      <dgm:spPr/>
      <dgm:t>
        <a:bodyPr/>
        <a:lstStyle/>
        <a:p>
          <a:endParaRPr lang="en-IN"/>
        </a:p>
      </dgm:t>
    </dgm:pt>
    <dgm:pt modelId="{06F86BDC-2802-433A-94EA-2F0C55DF4E4E}" type="sibTrans" cxnId="{33AF6574-C1BA-4C70-9FDE-98F08D096BDC}">
      <dgm:prSet/>
      <dgm:spPr/>
      <dgm:t>
        <a:bodyPr/>
        <a:lstStyle/>
        <a:p>
          <a:endParaRPr lang="en-IN"/>
        </a:p>
      </dgm:t>
    </dgm:pt>
    <dgm:pt modelId="{435CE515-8EA7-436B-B021-F7CCAF7C80BF}">
      <dgm:prSet/>
      <dgm:spPr/>
      <dgm:t>
        <a:bodyPr/>
        <a:lstStyle/>
        <a:p>
          <a:r>
            <a:rPr lang="en-IN"/>
            <a:t>Auto-suggest transformations based on historical patterns </a:t>
          </a:r>
        </a:p>
      </dgm:t>
    </dgm:pt>
    <dgm:pt modelId="{76D47F2F-F3EB-4FD6-9E56-32B9409C1DFE}" type="parTrans" cxnId="{9E131381-B339-4805-BA66-300661B4B77F}">
      <dgm:prSet/>
      <dgm:spPr/>
      <dgm:t>
        <a:bodyPr/>
        <a:lstStyle/>
        <a:p>
          <a:endParaRPr lang="en-IN"/>
        </a:p>
      </dgm:t>
    </dgm:pt>
    <dgm:pt modelId="{5059C43C-F789-4763-9F9D-2B94299308AD}" type="sibTrans" cxnId="{9E131381-B339-4805-BA66-300661B4B77F}">
      <dgm:prSet/>
      <dgm:spPr/>
      <dgm:t>
        <a:bodyPr/>
        <a:lstStyle/>
        <a:p>
          <a:endParaRPr lang="en-IN"/>
        </a:p>
      </dgm:t>
    </dgm:pt>
    <dgm:pt modelId="{FB2E2637-AEF2-4B3C-B16F-AED29E139B2A}">
      <dgm:prSet phldrT="[Text]" phldr="0"/>
      <dgm:spPr/>
      <dgm:t>
        <a:bodyPr/>
        <a:lstStyle/>
        <a:p>
          <a:pPr>
            <a:buNone/>
          </a:pPr>
          <a:r>
            <a:rPr lang="en-IN"/>
            <a:t>Predict downstream impact before changes </a:t>
          </a:r>
        </a:p>
      </dgm:t>
    </dgm:pt>
    <dgm:pt modelId="{A670EA9C-239C-4CAD-B1A1-AEC4FFCB714E}" type="parTrans" cxnId="{7C83E629-0E75-4C77-A8DF-4B3D682CA527}">
      <dgm:prSet/>
      <dgm:spPr/>
      <dgm:t>
        <a:bodyPr/>
        <a:lstStyle/>
        <a:p>
          <a:endParaRPr lang="en-IN"/>
        </a:p>
      </dgm:t>
    </dgm:pt>
    <dgm:pt modelId="{D77B462E-2B74-4E3A-A778-66D36F2B1D1C}" type="sibTrans" cxnId="{7C83E629-0E75-4C77-A8DF-4B3D682CA527}">
      <dgm:prSet/>
      <dgm:spPr/>
      <dgm:t>
        <a:bodyPr/>
        <a:lstStyle/>
        <a:p>
          <a:endParaRPr lang="en-IN"/>
        </a:p>
      </dgm:t>
    </dgm:pt>
    <dgm:pt modelId="{291F6CF3-6017-4619-93AB-47C4402F4D5F}">
      <dgm:prSet/>
      <dgm:spPr/>
      <dgm:t>
        <a:bodyPr/>
        <a:lstStyle/>
        <a:p>
          <a:r>
            <a:rPr lang="en-IN"/>
            <a:t>Safer releases with proactive risk detection </a:t>
          </a:r>
        </a:p>
      </dgm:t>
    </dgm:pt>
    <dgm:pt modelId="{17C0F6D4-0179-4285-85EA-15682A91F3C8}" type="parTrans" cxnId="{A150A252-118D-4CDC-BEBB-07DF1CB63D82}">
      <dgm:prSet/>
      <dgm:spPr/>
      <dgm:t>
        <a:bodyPr/>
        <a:lstStyle/>
        <a:p>
          <a:endParaRPr lang="en-IN"/>
        </a:p>
      </dgm:t>
    </dgm:pt>
    <dgm:pt modelId="{95B8A25C-BCD5-4969-B161-5F3399C2901F}" type="sibTrans" cxnId="{A150A252-118D-4CDC-BEBB-07DF1CB63D82}">
      <dgm:prSet/>
      <dgm:spPr/>
      <dgm:t>
        <a:bodyPr/>
        <a:lstStyle/>
        <a:p>
          <a:endParaRPr lang="en-IN"/>
        </a:p>
      </dgm:t>
    </dgm:pt>
    <dgm:pt modelId="{42FB5E6A-833B-46F8-81FC-8A9FDFB50E28}">
      <dgm:prSet/>
      <dgm:spPr>
        <a:solidFill>
          <a:srgbClr val="FFC000"/>
        </a:solidFill>
      </dgm:spPr>
      <dgm:t>
        <a:bodyPr/>
        <a:lstStyle/>
        <a:p>
          <a:pPr>
            <a:buNone/>
          </a:pPr>
          <a:r>
            <a:rPr lang="en-IN" b="1"/>
            <a:t>Self-Service Analytics</a:t>
          </a:r>
          <a:endParaRPr lang="en-IN"/>
        </a:p>
      </dgm:t>
    </dgm:pt>
    <dgm:pt modelId="{6D4C946C-AE3C-4ECD-A6C1-580F41F70C47}" type="parTrans" cxnId="{60B84E3D-A34A-4510-8268-DFF780CB8771}">
      <dgm:prSet/>
      <dgm:spPr/>
      <dgm:t>
        <a:bodyPr/>
        <a:lstStyle/>
        <a:p>
          <a:endParaRPr lang="en-IN"/>
        </a:p>
      </dgm:t>
    </dgm:pt>
    <dgm:pt modelId="{8AF66D8D-B057-44EA-8A13-EB9E89D4C532}" type="sibTrans" cxnId="{60B84E3D-A34A-4510-8268-DFF780CB8771}">
      <dgm:prSet/>
      <dgm:spPr/>
      <dgm:t>
        <a:bodyPr/>
        <a:lstStyle/>
        <a:p>
          <a:endParaRPr lang="en-IN"/>
        </a:p>
      </dgm:t>
    </dgm:pt>
    <dgm:pt modelId="{3A33A059-B372-4A17-AC1F-4C83DE13D06F}">
      <dgm:prSet/>
      <dgm:spPr/>
      <dgm:t>
        <a:bodyPr/>
        <a:lstStyle/>
        <a:p>
          <a:r>
            <a:rPr lang="en-IN"/>
            <a:t>Business users explore data using </a:t>
          </a:r>
          <a:r>
            <a:rPr lang="en-IN" b="1"/>
            <a:t>natural language</a:t>
          </a:r>
          <a:r>
            <a:rPr lang="en-IN"/>
            <a:t> </a:t>
          </a:r>
        </a:p>
      </dgm:t>
    </dgm:pt>
    <dgm:pt modelId="{FC1455DB-4298-4D35-9845-43BB366A0879}" type="parTrans" cxnId="{3D3870FF-3494-4EFB-A044-BA1A94FB64D9}">
      <dgm:prSet/>
      <dgm:spPr/>
      <dgm:t>
        <a:bodyPr/>
        <a:lstStyle/>
        <a:p>
          <a:endParaRPr lang="en-IN"/>
        </a:p>
      </dgm:t>
    </dgm:pt>
    <dgm:pt modelId="{19259449-A3DA-47A7-8334-339ADB7802EF}" type="sibTrans" cxnId="{3D3870FF-3494-4EFB-A044-BA1A94FB64D9}">
      <dgm:prSet/>
      <dgm:spPr/>
      <dgm:t>
        <a:bodyPr/>
        <a:lstStyle/>
        <a:p>
          <a:endParaRPr lang="en-IN"/>
        </a:p>
      </dgm:t>
    </dgm:pt>
    <dgm:pt modelId="{C4891534-5300-4E90-866C-597A31169BE2}">
      <dgm:prSet/>
      <dgm:spPr/>
      <dgm:t>
        <a:bodyPr/>
        <a:lstStyle/>
        <a:p>
          <a:pPr>
            <a:buNone/>
          </a:pPr>
          <a:r>
            <a:rPr lang="en-IN"/>
            <a:t>Context-driven recommendations for datasets &amp; dashboards </a:t>
          </a:r>
        </a:p>
      </dgm:t>
    </dgm:pt>
    <dgm:pt modelId="{C8204C26-CB48-4798-9ECF-D3940AC28B7A}" type="parTrans" cxnId="{8E319D42-B290-4E07-971B-68E72D9DA780}">
      <dgm:prSet/>
      <dgm:spPr/>
      <dgm:t>
        <a:bodyPr/>
        <a:lstStyle/>
        <a:p>
          <a:endParaRPr lang="en-IN"/>
        </a:p>
      </dgm:t>
    </dgm:pt>
    <dgm:pt modelId="{FA5816A5-CCF6-4521-ABBD-4B9E6018BC92}" type="sibTrans" cxnId="{8E319D42-B290-4E07-971B-68E72D9DA780}">
      <dgm:prSet/>
      <dgm:spPr/>
      <dgm:t>
        <a:bodyPr/>
        <a:lstStyle/>
        <a:p>
          <a:endParaRPr lang="en-IN"/>
        </a:p>
      </dgm:t>
    </dgm:pt>
    <dgm:pt modelId="{6DE02FDC-8841-4D4D-A70D-C7F25E877AC2}">
      <dgm:prSet/>
      <dgm:spPr>
        <a:solidFill>
          <a:srgbClr val="FFC000"/>
        </a:solidFill>
      </dgm:spPr>
      <dgm:t>
        <a:bodyPr/>
        <a:lstStyle/>
        <a:p>
          <a:pPr>
            <a:buNone/>
          </a:pPr>
          <a:r>
            <a:rPr lang="en-IN" b="1"/>
            <a:t>Automated Data Quality &amp; Governance</a:t>
          </a:r>
          <a:endParaRPr lang="en-IN"/>
        </a:p>
      </dgm:t>
    </dgm:pt>
    <dgm:pt modelId="{9B9D2A89-8BB7-4B86-8BB2-88C64B3421EE}" type="parTrans" cxnId="{995B9224-439D-41B1-997B-5163085776DA}">
      <dgm:prSet/>
      <dgm:spPr/>
      <dgm:t>
        <a:bodyPr/>
        <a:lstStyle/>
        <a:p>
          <a:endParaRPr lang="en-IN"/>
        </a:p>
      </dgm:t>
    </dgm:pt>
    <dgm:pt modelId="{7C843A3E-656F-4A99-9E5A-33FDDF1F0D2A}" type="sibTrans" cxnId="{995B9224-439D-41B1-997B-5163085776DA}">
      <dgm:prSet/>
      <dgm:spPr/>
      <dgm:t>
        <a:bodyPr/>
        <a:lstStyle/>
        <a:p>
          <a:endParaRPr lang="en-IN"/>
        </a:p>
      </dgm:t>
    </dgm:pt>
    <dgm:pt modelId="{44A1EB70-4651-45D1-A67F-464224E5E368}">
      <dgm:prSet/>
      <dgm:spPr/>
      <dgm:t>
        <a:bodyPr/>
        <a:lstStyle/>
        <a:p>
          <a:pPr>
            <a:buNone/>
          </a:pPr>
          <a:r>
            <a:rPr lang="en-IN"/>
            <a:t>Auto-generate DQ rules from historical data behaviour </a:t>
          </a:r>
        </a:p>
      </dgm:t>
    </dgm:pt>
    <dgm:pt modelId="{049D953B-2A96-4A57-A384-A1EA668899BB}" type="parTrans" cxnId="{2CFCC193-C051-4636-989A-16E90BDCD769}">
      <dgm:prSet/>
      <dgm:spPr/>
      <dgm:t>
        <a:bodyPr/>
        <a:lstStyle/>
        <a:p>
          <a:endParaRPr lang="en-IN"/>
        </a:p>
      </dgm:t>
    </dgm:pt>
    <dgm:pt modelId="{BD6E3018-3B4C-45C5-A1A5-B785B654081F}" type="sibTrans" cxnId="{2CFCC193-C051-4636-989A-16E90BDCD769}">
      <dgm:prSet/>
      <dgm:spPr/>
      <dgm:t>
        <a:bodyPr/>
        <a:lstStyle/>
        <a:p>
          <a:endParaRPr lang="en-IN"/>
        </a:p>
      </dgm:t>
    </dgm:pt>
    <dgm:pt modelId="{E653C937-25A3-42A4-8EB7-1A2EE5FD0621}">
      <dgm:prSet/>
      <dgm:spPr/>
      <dgm:t>
        <a:bodyPr/>
        <a:lstStyle/>
        <a:p>
          <a:pPr>
            <a:buNone/>
          </a:pPr>
          <a:r>
            <a:rPr lang="en-IN"/>
            <a:t>Enforce policies using lineage + usage insights </a:t>
          </a:r>
        </a:p>
      </dgm:t>
    </dgm:pt>
    <dgm:pt modelId="{06CE3A37-6DD3-43B6-A286-FD7133C271D9}" type="parTrans" cxnId="{4003B7A7-4949-4BA9-86E7-322C9DD8048F}">
      <dgm:prSet/>
      <dgm:spPr/>
      <dgm:t>
        <a:bodyPr/>
        <a:lstStyle/>
        <a:p>
          <a:endParaRPr lang="en-IN"/>
        </a:p>
      </dgm:t>
    </dgm:pt>
    <dgm:pt modelId="{11FEEA5A-385A-488B-9B8E-640519E19633}" type="sibTrans" cxnId="{4003B7A7-4949-4BA9-86E7-322C9DD8048F}">
      <dgm:prSet/>
      <dgm:spPr/>
      <dgm:t>
        <a:bodyPr/>
        <a:lstStyle/>
        <a:p>
          <a:endParaRPr lang="en-IN"/>
        </a:p>
      </dgm:t>
    </dgm:pt>
    <dgm:pt modelId="{CBCA152A-D596-41AB-8820-885785B8DDEA}">
      <dgm:prSet/>
      <dgm:spPr>
        <a:solidFill>
          <a:srgbClr val="FFC000"/>
        </a:solidFill>
      </dgm:spPr>
      <dgm:t>
        <a:bodyPr/>
        <a:lstStyle/>
        <a:p>
          <a:pPr>
            <a:buNone/>
          </a:pPr>
          <a:r>
            <a:rPr lang="en-IN" b="1"/>
            <a:t>Smart Observability &amp; RCA</a:t>
          </a:r>
          <a:endParaRPr lang="en-IN"/>
        </a:p>
      </dgm:t>
    </dgm:pt>
    <dgm:pt modelId="{094E4F6E-BD75-4DA6-AB5D-6F6D2457251A}" type="parTrans" cxnId="{4FD3701A-4E92-49F7-BA20-529118D2EA24}">
      <dgm:prSet/>
      <dgm:spPr/>
      <dgm:t>
        <a:bodyPr/>
        <a:lstStyle/>
        <a:p>
          <a:endParaRPr lang="en-IN"/>
        </a:p>
      </dgm:t>
    </dgm:pt>
    <dgm:pt modelId="{4E122C63-3333-4DC8-91D0-5FB591777AEF}" type="sibTrans" cxnId="{4FD3701A-4E92-49F7-BA20-529118D2EA24}">
      <dgm:prSet/>
      <dgm:spPr/>
      <dgm:t>
        <a:bodyPr/>
        <a:lstStyle/>
        <a:p>
          <a:endParaRPr lang="en-IN"/>
        </a:p>
      </dgm:t>
    </dgm:pt>
    <dgm:pt modelId="{67504FAE-A601-473A-AF3E-7046C34CA487}">
      <dgm:prSet/>
      <dgm:spPr/>
      <dgm:t>
        <a:bodyPr/>
        <a:lstStyle/>
        <a:p>
          <a:r>
            <a:rPr lang="en-IN"/>
            <a:t>AI-driven anomaly detection </a:t>
          </a:r>
        </a:p>
      </dgm:t>
    </dgm:pt>
    <dgm:pt modelId="{9AD0C060-995C-4254-A637-14C51CF1DD23}" type="parTrans" cxnId="{2435A380-F34B-4642-9935-C74641B65BD5}">
      <dgm:prSet/>
      <dgm:spPr/>
      <dgm:t>
        <a:bodyPr/>
        <a:lstStyle/>
        <a:p>
          <a:endParaRPr lang="en-IN"/>
        </a:p>
      </dgm:t>
    </dgm:pt>
    <dgm:pt modelId="{EB78DC58-83CE-450C-AA35-44B284B15D82}" type="sibTrans" cxnId="{2435A380-F34B-4642-9935-C74641B65BD5}">
      <dgm:prSet/>
      <dgm:spPr/>
      <dgm:t>
        <a:bodyPr/>
        <a:lstStyle/>
        <a:p>
          <a:endParaRPr lang="en-IN"/>
        </a:p>
      </dgm:t>
    </dgm:pt>
    <dgm:pt modelId="{C5D1EBB5-2D81-4949-BEDA-FCE81F904796}">
      <dgm:prSet/>
      <dgm:spPr/>
      <dgm:t>
        <a:bodyPr/>
        <a:lstStyle/>
        <a:p>
          <a:pPr>
            <a:buNone/>
          </a:pPr>
          <a:r>
            <a:rPr lang="en-IN"/>
            <a:t>Faster root cause analysis using full context graph </a:t>
          </a:r>
        </a:p>
      </dgm:t>
    </dgm:pt>
    <dgm:pt modelId="{91C322FD-8789-4F50-83F4-D973115FCE6D}" type="parTrans" cxnId="{0C19C12C-C8EE-4D7F-B8F0-548B0FF078B8}">
      <dgm:prSet/>
      <dgm:spPr/>
      <dgm:t>
        <a:bodyPr/>
        <a:lstStyle/>
        <a:p>
          <a:endParaRPr lang="en-IN"/>
        </a:p>
      </dgm:t>
    </dgm:pt>
    <dgm:pt modelId="{8D042EF7-210D-487D-9E18-7FC454F5C800}" type="sibTrans" cxnId="{0C19C12C-C8EE-4D7F-B8F0-548B0FF078B8}">
      <dgm:prSet/>
      <dgm:spPr/>
      <dgm:t>
        <a:bodyPr/>
        <a:lstStyle/>
        <a:p>
          <a:endParaRPr lang="en-IN"/>
        </a:p>
      </dgm:t>
    </dgm:pt>
    <dgm:pt modelId="{10BA911B-7D7C-4F9A-B9A0-45C050433787}">
      <dgm:prSet/>
      <dgm:spPr>
        <a:solidFill>
          <a:srgbClr val="FFC000"/>
        </a:solidFill>
      </dgm:spPr>
      <dgm:t>
        <a:bodyPr/>
        <a:lstStyle/>
        <a:p>
          <a:pPr>
            <a:buNone/>
          </a:pPr>
          <a:r>
            <a:rPr lang="en-IN" b="1"/>
            <a:t>Data Product Enablement</a:t>
          </a:r>
          <a:endParaRPr lang="en-IN"/>
        </a:p>
      </dgm:t>
    </dgm:pt>
    <dgm:pt modelId="{35342FDA-7012-4D02-B735-BE0A6F6A6D1A}" type="parTrans" cxnId="{FEEF9A5D-82E1-4D2A-8A08-38E1C179741E}">
      <dgm:prSet/>
      <dgm:spPr/>
      <dgm:t>
        <a:bodyPr/>
        <a:lstStyle/>
        <a:p>
          <a:endParaRPr lang="en-IN"/>
        </a:p>
      </dgm:t>
    </dgm:pt>
    <dgm:pt modelId="{AE460F9D-D0D8-4DDC-A226-739EA3553121}" type="sibTrans" cxnId="{FEEF9A5D-82E1-4D2A-8A08-38E1C179741E}">
      <dgm:prSet/>
      <dgm:spPr/>
      <dgm:t>
        <a:bodyPr/>
        <a:lstStyle/>
        <a:p>
          <a:endParaRPr lang="en-IN"/>
        </a:p>
      </dgm:t>
    </dgm:pt>
    <dgm:pt modelId="{1EB9A206-7612-4CCC-888A-C7A98CAF2E71}">
      <dgm:prSet/>
      <dgm:spPr/>
      <dgm:t>
        <a:bodyPr/>
        <a:lstStyle/>
        <a:p>
          <a:pPr>
            <a:buNone/>
          </a:pPr>
          <a:r>
            <a:rPr lang="en-IN"/>
            <a:t>Discover, trust, and reuse curated datasets </a:t>
          </a:r>
        </a:p>
      </dgm:t>
    </dgm:pt>
    <dgm:pt modelId="{A77A701B-C4F3-4355-B0A4-0ADC1BB51C63}" type="parTrans" cxnId="{4DBC093C-58FF-4F72-8399-88435A95AD50}">
      <dgm:prSet/>
      <dgm:spPr/>
      <dgm:t>
        <a:bodyPr/>
        <a:lstStyle/>
        <a:p>
          <a:endParaRPr lang="en-IN"/>
        </a:p>
      </dgm:t>
    </dgm:pt>
    <dgm:pt modelId="{DE2C6FEF-60B2-45CA-A522-B48600E9A627}" type="sibTrans" cxnId="{4DBC093C-58FF-4F72-8399-88435A95AD50}">
      <dgm:prSet/>
      <dgm:spPr/>
      <dgm:t>
        <a:bodyPr/>
        <a:lstStyle/>
        <a:p>
          <a:endParaRPr lang="en-IN"/>
        </a:p>
      </dgm:t>
    </dgm:pt>
    <dgm:pt modelId="{09E13B84-2547-4358-B34C-400A9773A398}">
      <dgm:prSet/>
      <dgm:spPr/>
      <dgm:t>
        <a:bodyPr/>
        <a:lstStyle/>
        <a:p>
          <a:pPr>
            <a:buNone/>
          </a:pPr>
          <a:r>
            <a:rPr lang="en-IN"/>
            <a:t>Accelerate creation of domain-specific data product</a:t>
          </a:r>
        </a:p>
      </dgm:t>
    </dgm:pt>
    <dgm:pt modelId="{5F15DBE9-5C51-498A-BB41-A1E769132DBD}" type="parTrans" cxnId="{7DCAC71F-2E95-4704-A14C-BD144B8C4537}">
      <dgm:prSet/>
      <dgm:spPr/>
      <dgm:t>
        <a:bodyPr/>
        <a:lstStyle/>
        <a:p>
          <a:endParaRPr lang="en-IN"/>
        </a:p>
      </dgm:t>
    </dgm:pt>
    <dgm:pt modelId="{B88E97F1-1AF0-47CE-94B1-42D35CE13500}" type="sibTrans" cxnId="{7DCAC71F-2E95-4704-A14C-BD144B8C4537}">
      <dgm:prSet/>
      <dgm:spPr/>
      <dgm:t>
        <a:bodyPr/>
        <a:lstStyle/>
        <a:p>
          <a:endParaRPr lang="en-IN"/>
        </a:p>
      </dgm:t>
    </dgm:pt>
    <dgm:pt modelId="{618D6427-5182-40C5-8BD3-F3C00381E936}" type="pres">
      <dgm:prSet presAssocID="{33B1F745-F913-4E92-ADBB-8CE2F5E1F14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EF300D-8512-4AB2-9E6F-05BFCC5DA90E}" type="pres">
      <dgm:prSet presAssocID="{10E4D92A-43DF-4119-953D-2EA2AA48EA15}" presName="root" presStyleCnt="0"/>
      <dgm:spPr/>
    </dgm:pt>
    <dgm:pt modelId="{AB067A20-CB61-4002-A544-86B8731C7313}" type="pres">
      <dgm:prSet presAssocID="{10E4D92A-43DF-4119-953D-2EA2AA48EA15}" presName="rootComposite" presStyleCnt="0"/>
      <dgm:spPr/>
    </dgm:pt>
    <dgm:pt modelId="{F2376206-B407-4B3F-9E47-393A472DC3D6}" type="pres">
      <dgm:prSet presAssocID="{10E4D92A-43DF-4119-953D-2EA2AA48EA15}" presName="rootText" presStyleLbl="node1" presStyleIdx="0" presStyleCnt="6"/>
      <dgm:spPr/>
    </dgm:pt>
    <dgm:pt modelId="{E581CCB1-DF33-4FD7-9470-10CC6CD56CCF}" type="pres">
      <dgm:prSet presAssocID="{10E4D92A-43DF-4119-953D-2EA2AA48EA15}" presName="rootConnector" presStyleLbl="node1" presStyleIdx="0" presStyleCnt="6"/>
      <dgm:spPr/>
    </dgm:pt>
    <dgm:pt modelId="{7A144172-064A-46B3-96D5-B3CAD78AF419}" type="pres">
      <dgm:prSet presAssocID="{10E4D92A-43DF-4119-953D-2EA2AA48EA15}" presName="childShape" presStyleCnt="0"/>
      <dgm:spPr/>
    </dgm:pt>
    <dgm:pt modelId="{2B82CEE0-9210-492C-920C-FD6A269D44EC}" type="pres">
      <dgm:prSet presAssocID="{014357F5-6A70-40D1-A9C6-DB563A05A00F}" presName="Name13" presStyleLbl="parChTrans1D2" presStyleIdx="0" presStyleCnt="12"/>
      <dgm:spPr/>
    </dgm:pt>
    <dgm:pt modelId="{8279F343-43E6-4EDC-8987-45217C15178A}" type="pres">
      <dgm:prSet presAssocID="{2758A89D-5B51-4565-9D9F-E5CEB60FAD86}" presName="childText" presStyleLbl="bgAcc1" presStyleIdx="0" presStyleCnt="12">
        <dgm:presLayoutVars>
          <dgm:bulletEnabled val="1"/>
        </dgm:presLayoutVars>
      </dgm:prSet>
      <dgm:spPr/>
    </dgm:pt>
    <dgm:pt modelId="{1131F305-1CE5-44F9-8585-F29C64711F84}" type="pres">
      <dgm:prSet presAssocID="{76D47F2F-F3EB-4FD6-9E56-32B9409C1DFE}" presName="Name13" presStyleLbl="parChTrans1D2" presStyleIdx="1" presStyleCnt="12"/>
      <dgm:spPr/>
    </dgm:pt>
    <dgm:pt modelId="{66710563-2964-4E58-8E21-25A7FB91DFFD}" type="pres">
      <dgm:prSet presAssocID="{435CE515-8EA7-436B-B021-F7CCAF7C80BF}" presName="childText" presStyleLbl="bgAcc1" presStyleIdx="1" presStyleCnt="12">
        <dgm:presLayoutVars>
          <dgm:bulletEnabled val="1"/>
        </dgm:presLayoutVars>
      </dgm:prSet>
      <dgm:spPr/>
    </dgm:pt>
    <dgm:pt modelId="{D7ABAE9E-6CA6-42C5-8F94-F0B0B122A199}" type="pres">
      <dgm:prSet presAssocID="{681699A5-C58D-4EE8-A757-CE479FA7DACC}" presName="root" presStyleCnt="0"/>
      <dgm:spPr/>
    </dgm:pt>
    <dgm:pt modelId="{1C9271AC-5333-42E8-9851-8A143CA314B1}" type="pres">
      <dgm:prSet presAssocID="{681699A5-C58D-4EE8-A757-CE479FA7DACC}" presName="rootComposite" presStyleCnt="0"/>
      <dgm:spPr/>
    </dgm:pt>
    <dgm:pt modelId="{A32B322F-B2A4-45DD-A8E6-A27A8334FE28}" type="pres">
      <dgm:prSet presAssocID="{681699A5-C58D-4EE8-A757-CE479FA7DACC}" presName="rootText" presStyleLbl="node1" presStyleIdx="1" presStyleCnt="6"/>
      <dgm:spPr/>
    </dgm:pt>
    <dgm:pt modelId="{258151A6-2863-4843-A308-28EAB810D9DD}" type="pres">
      <dgm:prSet presAssocID="{681699A5-C58D-4EE8-A757-CE479FA7DACC}" presName="rootConnector" presStyleLbl="node1" presStyleIdx="1" presStyleCnt="6"/>
      <dgm:spPr/>
    </dgm:pt>
    <dgm:pt modelId="{CC999667-0A49-4FBE-B1F8-B0E502CD28CE}" type="pres">
      <dgm:prSet presAssocID="{681699A5-C58D-4EE8-A757-CE479FA7DACC}" presName="childShape" presStyleCnt="0"/>
      <dgm:spPr/>
    </dgm:pt>
    <dgm:pt modelId="{7B5161F2-8F34-4B70-ACD0-673B931C1422}" type="pres">
      <dgm:prSet presAssocID="{A670EA9C-239C-4CAD-B1A1-AEC4FFCB714E}" presName="Name13" presStyleLbl="parChTrans1D2" presStyleIdx="2" presStyleCnt="12"/>
      <dgm:spPr/>
    </dgm:pt>
    <dgm:pt modelId="{64DEC9CC-C743-4A47-8638-7BA3A93CAEFE}" type="pres">
      <dgm:prSet presAssocID="{FB2E2637-AEF2-4B3C-B16F-AED29E139B2A}" presName="childText" presStyleLbl="bgAcc1" presStyleIdx="2" presStyleCnt="12">
        <dgm:presLayoutVars>
          <dgm:bulletEnabled val="1"/>
        </dgm:presLayoutVars>
      </dgm:prSet>
      <dgm:spPr/>
    </dgm:pt>
    <dgm:pt modelId="{5E97EBA4-3693-49F9-B80E-331F5A3B3B61}" type="pres">
      <dgm:prSet presAssocID="{17C0F6D4-0179-4285-85EA-15682A91F3C8}" presName="Name13" presStyleLbl="parChTrans1D2" presStyleIdx="3" presStyleCnt="12"/>
      <dgm:spPr/>
    </dgm:pt>
    <dgm:pt modelId="{9DAD8010-0791-4C90-B33F-48B43D1257AD}" type="pres">
      <dgm:prSet presAssocID="{291F6CF3-6017-4619-93AB-47C4402F4D5F}" presName="childText" presStyleLbl="bgAcc1" presStyleIdx="3" presStyleCnt="12">
        <dgm:presLayoutVars>
          <dgm:bulletEnabled val="1"/>
        </dgm:presLayoutVars>
      </dgm:prSet>
      <dgm:spPr/>
    </dgm:pt>
    <dgm:pt modelId="{478E5EC2-6CD2-4C7A-B92A-A5F3D1EDA231}" type="pres">
      <dgm:prSet presAssocID="{42FB5E6A-833B-46F8-81FC-8A9FDFB50E28}" presName="root" presStyleCnt="0"/>
      <dgm:spPr/>
    </dgm:pt>
    <dgm:pt modelId="{1AF435B3-9FA1-4733-927F-90B6DCB9445B}" type="pres">
      <dgm:prSet presAssocID="{42FB5E6A-833B-46F8-81FC-8A9FDFB50E28}" presName="rootComposite" presStyleCnt="0"/>
      <dgm:spPr/>
    </dgm:pt>
    <dgm:pt modelId="{8B8A4CF2-3E11-4B58-B790-475E5CB1578C}" type="pres">
      <dgm:prSet presAssocID="{42FB5E6A-833B-46F8-81FC-8A9FDFB50E28}" presName="rootText" presStyleLbl="node1" presStyleIdx="2" presStyleCnt="6"/>
      <dgm:spPr/>
    </dgm:pt>
    <dgm:pt modelId="{F5489519-C2EE-4719-85B1-87AC582D65F9}" type="pres">
      <dgm:prSet presAssocID="{42FB5E6A-833B-46F8-81FC-8A9FDFB50E28}" presName="rootConnector" presStyleLbl="node1" presStyleIdx="2" presStyleCnt="6"/>
      <dgm:spPr/>
    </dgm:pt>
    <dgm:pt modelId="{13D50147-814B-4ED1-B7FE-D03EBB41525C}" type="pres">
      <dgm:prSet presAssocID="{42FB5E6A-833B-46F8-81FC-8A9FDFB50E28}" presName="childShape" presStyleCnt="0"/>
      <dgm:spPr/>
    </dgm:pt>
    <dgm:pt modelId="{84BABE6F-016E-40DD-973E-723C293B77A6}" type="pres">
      <dgm:prSet presAssocID="{FC1455DB-4298-4D35-9845-43BB366A0879}" presName="Name13" presStyleLbl="parChTrans1D2" presStyleIdx="4" presStyleCnt="12"/>
      <dgm:spPr/>
    </dgm:pt>
    <dgm:pt modelId="{6621C848-3F1D-48B4-A05E-2EB582D014AB}" type="pres">
      <dgm:prSet presAssocID="{3A33A059-B372-4A17-AC1F-4C83DE13D06F}" presName="childText" presStyleLbl="bgAcc1" presStyleIdx="4" presStyleCnt="12">
        <dgm:presLayoutVars>
          <dgm:bulletEnabled val="1"/>
        </dgm:presLayoutVars>
      </dgm:prSet>
      <dgm:spPr/>
    </dgm:pt>
    <dgm:pt modelId="{41954282-142C-4D1E-8FF4-A8E453990B07}" type="pres">
      <dgm:prSet presAssocID="{C8204C26-CB48-4798-9ECF-D3940AC28B7A}" presName="Name13" presStyleLbl="parChTrans1D2" presStyleIdx="5" presStyleCnt="12"/>
      <dgm:spPr/>
    </dgm:pt>
    <dgm:pt modelId="{5A44F965-4802-4C35-A664-A95ADFD62276}" type="pres">
      <dgm:prSet presAssocID="{C4891534-5300-4E90-866C-597A31169BE2}" presName="childText" presStyleLbl="bgAcc1" presStyleIdx="5" presStyleCnt="12">
        <dgm:presLayoutVars>
          <dgm:bulletEnabled val="1"/>
        </dgm:presLayoutVars>
      </dgm:prSet>
      <dgm:spPr/>
    </dgm:pt>
    <dgm:pt modelId="{EF5CD1FD-75C6-4207-BC64-7199D1066ABF}" type="pres">
      <dgm:prSet presAssocID="{6DE02FDC-8841-4D4D-A70D-C7F25E877AC2}" presName="root" presStyleCnt="0"/>
      <dgm:spPr/>
    </dgm:pt>
    <dgm:pt modelId="{9BA3CD89-ED98-4EA8-9E91-651D8EFAB03D}" type="pres">
      <dgm:prSet presAssocID="{6DE02FDC-8841-4D4D-A70D-C7F25E877AC2}" presName="rootComposite" presStyleCnt="0"/>
      <dgm:spPr/>
    </dgm:pt>
    <dgm:pt modelId="{5ABCCFC1-5275-4F73-B9BE-02EE9A4668ED}" type="pres">
      <dgm:prSet presAssocID="{6DE02FDC-8841-4D4D-A70D-C7F25E877AC2}" presName="rootText" presStyleLbl="node1" presStyleIdx="3" presStyleCnt="6"/>
      <dgm:spPr/>
    </dgm:pt>
    <dgm:pt modelId="{876CC617-2AF4-48BC-9CD3-704AC09EB780}" type="pres">
      <dgm:prSet presAssocID="{6DE02FDC-8841-4D4D-A70D-C7F25E877AC2}" presName="rootConnector" presStyleLbl="node1" presStyleIdx="3" presStyleCnt="6"/>
      <dgm:spPr/>
    </dgm:pt>
    <dgm:pt modelId="{F6B02370-3C84-4103-9331-0CB97CD12E01}" type="pres">
      <dgm:prSet presAssocID="{6DE02FDC-8841-4D4D-A70D-C7F25E877AC2}" presName="childShape" presStyleCnt="0"/>
      <dgm:spPr/>
    </dgm:pt>
    <dgm:pt modelId="{EEEFA6F4-7448-4A48-93FE-DFBE9957CE7F}" type="pres">
      <dgm:prSet presAssocID="{049D953B-2A96-4A57-A384-A1EA668899BB}" presName="Name13" presStyleLbl="parChTrans1D2" presStyleIdx="6" presStyleCnt="12"/>
      <dgm:spPr/>
    </dgm:pt>
    <dgm:pt modelId="{44F41E4C-925D-4EC0-A624-B10A1D6D4D3D}" type="pres">
      <dgm:prSet presAssocID="{44A1EB70-4651-45D1-A67F-464224E5E368}" presName="childText" presStyleLbl="bgAcc1" presStyleIdx="6" presStyleCnt="12">
        <dgm:presLayoutVars>
          <dgm:bulletEnabled val="1"/>
        </dgm:presLayoutVars>
      </dgm:prSet>
      <dgm:spPr/>
    </dgm:pt>
    <dgm:pt modelId="{865A1648-FED0-40F6-8311-D2CC8ACFFC34}" type="pres">
      <dgm:prSet presAssocID="{06CE3A37-6DD3-43B6-A286-FD7133C271D9}" presName="Name13" presStyleLbl="parChTrans1D2" presStyleIdx="7" presStyleCnt="12"/>
      <dgm:spPr/>
    </dgm:pt>
    <dgm:pt modelId="{37708739-CA68-4962-A1F6-1A1F8C666B05}" type="pres">
      <dgm:prSet presAssocID="{E653C937-25A3-42A4-8EB7-1A2EE5FD0621}" presName="childText" presStyleLbl="bgAcc1" presStyleIdx="7" presStyleCnt="12">
        <dgm:presLayoutVars>
          <dgm:bulletEnabled val="1"/>
        </dgm:presLayoutVars>
      </dgm:prSet>
      <dgm:spPr/>
    </dgm:pt>
    <dgm:pt modelId="{D5EFB3F5-974E-4564-ACCA-EE8C2099A881}" type="pres">
      <dgm:prSet presAssocID="{CBCA152A-D596-41AB-8820-885785B8DDEA}" presName="root" presStyleCnt="0"/>
      <dgm:spPr/>
    </dgm:pt>
    <dgm:pt modelId="{8F4FC69E-3E3B-48D3-9FDD-02FC2B4EC227}" type="pres">
      <dgm:prSet presAssocID="{CBCA152A-D596-41AB-8820-885785B8DDEA}" presName="rootComposite" presStyleCnt="0"/>
      <dgm:spPr/>
    </dgm:pt>
    <dgm:pt modelId="{03F4E34E-4422-4915-9FFA-C9AD52D173BD}" type="pres">
      <dgm:prSet presAssocID="{CBCA152A-D596-41AB-8820-885785B8DDEA}" presName="rootText" presStyleLbl="node1" presStyleIdx="4" presStyleCnt="6"/>
      <dgm:spPr/>
    </dgm:pt>
    <dgm:pt modelId="{45B843DB-19A9-48B2-BDD1-7DFBDFFB6D99}" type="pres">
      <dgm:prSet presAssocID="{CBCA152A-D596-41AB-8820-885785B8DDEA}" presName="rootConnector" presStyleLbl="node1" presStyleIdx="4" presStyleCnt="6"/>
      <dgm:spPr/>
    </dgm:pt>
    <dgm:pt modelId="{09B08A3A-390A-4273-B283-5DF2A6944BFE}" type="pres">
      <dgm:prSet presAssocID="{CBCA152A-D596-41AB-8820-885785B8DDEA}" presName="childShape" presStyleCnt="0"/>
      <dgm:spPr/>
    </dgm:pt>
    <dgm:pt modelId="{41B2CDA0-2D7A-4B1C-A600-8A7D5B1D1E2D}" type="pres">
      <dgm:prSet presAssocID="{9AD0C060-995C-4254-A637-14C51CF1DD23}" presName="Name13" presStyleLbl="parChTrans1D2" presStyleIdx="8" presStyleCnt="12"/>
      <dgm:spPr/>
    </dgm:pt>
    <dgm:pt modelId="{9B9CA761-C472-4381-BA46-4F414EFA46CF}" type="pres">
      <dgm:prSet presAssocID="{67504FAE-A601-473A-AF3E-7046C34CA487}" presName="childText" presStyleLbl="bgAcc1" presStyleIdx="8" presStyleCnt="12">
        <dgm:presLayoutVars>
          <dgm:bulletEnabled val="1"/>
        </dgm:presLayoutVars>
      </dgm:prSet>
      <dgm:spPr/>
    </dgm:pt>
    <dgm:pt modelId="{D4EBDAF2-5134-422E-B291-3AD9D30600D3}" type="pres">
      <dgm:prSet presAssocID="{91C322FD-8789-4F50-83F4-D973115FCE6D}" presName="Name13" presStyleLbl="parChTrans1D2" presStyleIdx="9" presStyleCnt="12"/>
      <dgm:spPr/>
    </dgm:pt>
    <dgm:pt modelId="{B20033CF-CE9C-4FBD-8713-90E41C761AD7}" type="pres">
      <dgm:prSet presAssocID="{C5D1EBB5-2D81-4949-BEDA-FCE81F904796}" presName="childText" presStyleLbl="bgAcc1" presStyleIdx="9" presStyleCnt="12">
        <dgm:presLayoutVars>
          <dgm:bulletEnabled val="1"/>
        </dgm:presLayoutVars>
      </dgm:prSet>
      <dgm:spPr/>
    </dgm:pt>
    <dgm:pt modelId="{F200C2EA-C7B6-462B-9515-261C44C9EA0D}" type="pres">
      <dgm:prSet presAssocID="{10BA911B-7D7C-4F9A-B9A0-45C050433787}" presName="root" presStyleCnt="0"/>
      <dgm:spPr/>
    </dgm:pt>
    <dgm:pt modelId="{A32EA702-A6EB-46C6-9133-D1841FBFBBB2}" type="pres">
      <dgm:prSet presAssocID="{10BA911B-7D7C-4F9A-B9A0-45C050433787}" presName="rootComposite" presStyleCnt="0"/>
      <dgm:spPr/>
    </dgm:pt>
    <dgm:pt modelId="{AA942805-09AF-4EC5-888B-F2B66E6E9B2F}" type="pres">
      <dgm:prSet presAssocID="{10BA911B-7D7C-4F9A-B9A0-45C050433787}" presName="rootText" presStyleLbl="node1" presStyleIdx="5" presStyleCnt="6"/>
      <dgm:spPr/>
    </dgm:pt>
    <dgm:pt modelId="{E26F076A-EB61-4767-9A9E-3E2995BB1ADC}" type="pres">
      <dgm:prSet presAssocID="{10BA911B-7D7C-4F9A-B9A0-45C050433787}" presName="rootConnector" presStyleLbl="node1" presStyleIdx="5" presStyleCnt="6"/>
      <dgm:spPr/>
    </dgm:pt>
    <dgm:pt modelId="{F84D88F5-368C-41B3-AFC1-D7C905E518AD}" type="pres">
      <dgm:prSet presAssocID="{10BA911B-7D7C-4F9A-B9A0-45C050433787}" presName="childShape" presStyleCnt="0"/>
      <dgm:spPr/>
    </dgm:pt>
    <dgm:pt modelId="{C4C1187B-D32D-4B0E-AF1A-D74B12B6747A}" type="pres">
      <dgm:prSet presAssocID="{A77A701B-C4F3-4355-B0A4-0ADC1BB51C63}" presName="Name13" presStyleLbl="parChTrans1D2" presStyleIdx="10" presStyleCnt="12"/>
      <dgm:spPr/>
    </dgm:pt>
    <dgm:pt modelId="{A01C4780-2CB4-4D1C-872C-3E16EBD9E9D3}" type="pres">
      <dgm:prSet presAssocID="{1EB9A206-7612-4CCC-888A-C7A98CAF2E71}" presName="childText" presStyleLbl="bgAcc1" presStyleIdx="10" presStyleCnt="12">
        <dgm:presLayoutVars>
          <dgm:bulletEnabled val="1"/>
        </dgm:presLayoutVars>
      </dgm:prSet>
      <dgm:spPr/>
    </dgm:pt>
    <dgm:pt modelId="{F266DCC6-51EB-4A62-86F2-95E89618F04A}" type="pres">
      <dgm:prSet presAssocID="{5F15DBE9-5C51-498A-BB41-A1E769132DBD}" presName="Name13" presStyleLbl="parChTrans1D2" presStyleIdx="11" presStyleCnt="12"/>
      <dgm:spPr/>
    </dgm:pt>
    <dgm:pt modelId="{97D36E59-6116-43A7-A4C9-59329B211890}" type="pres">
      <dgm:prSet presAssocID="{09E13B84-2547-4358-B34C-400A9773A398}" presName="childText" presStyleLbl="bgAcc1" presStyleIdx="11" presStyleCnt="12">
        <dgm:presLayoutVars>
          <dgm:bulletEnabled val="1"/>
        </dgm:presLayoutVars>
      </dgm:prSet>
      <dgm:spPr/>
    </dgm:pt>
  </dgm:ptLst>
  <dgm:cxnLst>
    <dgm:cxn modelId="{AE33B502-60F8-4DEA-B75E-333AC20B5C55}" srcId="{33B1F745-F913-4E92-ADBB-8CE2F5E1F140}" destId="{681699A5-C58D-4EE8-A757-CE479FA7DACC}" srcOrd="1" destOrd="0" parTransId="{69733936-94D4-4D61-B9E0-7E24FC9F9B70}" sibTransId="{2CF29815-3913-4A7B-9DF2-C5269FE8AD32}"/>
    <dgm:cxn modelId="{1108B305-7CD1-4C46-A525-C9561BC620CA}" type="presOf" srcId="{76D47F2F-F3EB-4FD6-9E56-32B9409C1DFE}" destId="{1131F305-1CE5-44F9-8585-F29C64711F84}" srcOrd="0" destOrd="0" presId="urn:microsoft.com/office/officeart/2005/8/layout/hierarchy3"/>
    <dgm:cxn modelId="{403DEF06-04B4-4B3D-9FD1-7524EA5379E2}" type="presOf" srcId="{CBCA152A-D596-41AB-8820-885785B8DDEA}" destId="{03F4E34E-4422-4915-9FFA-C9AD52D173BD}" srcOrd="0" destOrd="0" presId="urn:microsoft.com/office/officeart/2005/8/layout/hierarchy3"/>
    <dgm:cxn modelId="{08DF6C0C-C43B-4C4B-91DA-210EE518DC63}" type="presOf" srcId="{44A1EB70-4651-45D1-A67F-464224E5E368}" destId="{44F41E4C-925D-4EC0-A624-B10A1D6D4D3D}" srcOrd="0" destOrd="0" presId="urn:microsoft.com/office/officeart/2005/8/layout/hierarchy3"/>
    <dgm:cxn modelId="{EC940314-BDA2-4798-8DCB-B2C93BC0267C}" type="presOf" srcId="{CBCA152A-D596-41AB-8820-885785B8DDEA}" destId="{45B843DB-19A9-48B2-BDD1-7DFBDFFB6D99}" srcOrd="1" destOrd="0" presId="urn:microsoft.com/office/officeart/2005/8/layout/hierarchy3"/>
    <dgm:cxn modelId="{B787C215-1092-4DB8-8871-094CEE280060}" type="presOf" srcId="{09E13B84-2547-4358-B34C-400A9773A398}" destId="{97D36E59-6116-43A7-A4C9-59329B211890}" srcOrd="0" destOrd="0" presId="urn:microsoft.com/office/officeart/2005/8/layout/hierarchy3"/>
    <dgm:cxn modelId="{AEDC5C17-FE31-4A54-96A8-4C8C1C63FE6A}" type="presOf" srcId="{3A33A059-B372-4A17-AC1F-4C83DE13D06F}" destId="{6621C848-3F1D-48B4-A05E-2EB582D014AB}" srcOrd="0" destOrd="0" presId="urn:microsoft.com/office/officeart/2005/8/layout/hierarchy3"/>
    <dgm:cxn modelId="{4FD3701A-4E92-49F7-BA20-529118D2EA24}" srcId="{33B1F745-F913-4E92-ADBB-8CE2F5E1F140}" destId="{CBCA152A-D596-41AB-8820-885785B8DDEA}" srcOrd="4" destOrd="0" parTransId="{094E4F6E-BD75-4DA6-AB5D-6F6D2457251A}" sibTransId="{4E122C63-3333-4DC8-91D0-5FB591777AEF}"/>
    <dgm:cxn modelId="{7DCAC71F-2E95-4704-A14C-BD144B8C4537}" srcId="{10BA911B-7D7C-4F9A-B9A0-45C050433787}" destId="{09E13B84-2547-4358-B34C-400A9773A398}" srcOrd="1" destOrd="0" parTransId="{5F15DBE9-5C51-498A-BB41-A1E769132DBD}" sibTransId="{B88E97F1-1AF0-47CE-94B1-42D35CE13500}"/>
    <dgm:cxn modelId="{995B9224-439D-41B1-997B-5163085776DA}" srcId="{33B1F745-F913-4E92-ADBB-8CE2F5E1F140}" destId="{6DE02FDC-8841-4D4D-A70D-C7F25E877AC2}" srcOrd="3" destOrd="0" parTransId="{9B9D2A89-8BB7-4B86-8BB2-88C64B3421EE}" sibTransId="{7C843A3E-656F-4A99-9E5A-33FDDF1F0D2A}"/>
    <dgm:cxn modelId="{9E7F0C26-E53D-479F-8533-CE2341F883CD}" type="presOf" srcId="{E653C937-25A3-42A4-8EB7-1A2EE5FD0621}" destId="{37708739-CA68-4962-A1F6-1A1F8C666B05}" srcOrd="0" destOrd="0" presId="urn:microsoft.com/office/officeart/2005/8/layout/hierarchy3"/>
    <dgm:cxn modelId="{7C83E629-0E75-4C77-A8DF-4B3D682CA527}" srcId="{681699A5-C58D-4EE8-A757-CE479FA7DACC}" destId="{FB2E2637-AEF2-4B3C-B16F-AED29E139B2A}" srcOrd="0" destOrd="0" parTransId="{A670EA9C-239C-4CAD-B1A1-AEC4FFCB714E}" sibTransId="{D77B462E-2B74-4E3A-A778-66D36F2B1D1C}"/>
    <dgm:cxn modelId="{9B67CF2B-A179-40AE-AD3A-F16C4B74D87A}" type="presOf" srcId="{6DE02FDC-8841-4D4D-A70D-C7F25E877AC2}" destId="{876CC617-2AF4-48BC-9CD3-704AC09EB780}" srcOrd="1" destOrd="0" presId="urn:microsoft.com/office/officeart/2005/8/layout/hierarchy3"/>
    <dgm:cxn modelId="{0C19C12C-C8EE-4D7F-B8F0-548B0FF078B8}" srcId="{CBCA152A-D596-41AB-8820-885785B8DDEA}" destId="{C5D1EBB5-2D81-4949-BEDA-FCE81F904796}" srcOrd="1" destOrd="0" parTransId="{91C322FD-8789-4F50-83F4-D973115FCE6D}" sibTransId="{8D042EF7-210D-487D-9E18-7FC454F5C800}"/>
    <dgm:cxn modelId="{82329031-FD9C-42FE-BEA5-2A257892BD08}" type="presOf" srcId="{42FB5E6A-833B-46F8-81FC-8A9FDFB50E28}" destId="{F5489519-C2EE-4719-85B1-87AC582D65F9}" srcOrd="1" destOrd="0" presId="urn:microsoft.com/office/officeart/2005/8/layout/hierarchy3"/>
    <dgm:cxn modelId="{CA527C39-5140-4639-98E9-DEF433E75DD1}" type="presOf" srcId="{91C322FD-8789-4F50-83F4-D973115FCE6D}" destId="{D4EBDAF2-5134-422E-B291-3AD9D30600D3}" srcOrd="0" destOrd="0" presId="urn:microsoft.com/office/officeart/2005/8/layout/hierarchy3"/>
    <dgm:cxn modelId="{4DBC093C-58FF-4F72-8399-88435A95AD50}" srcId="{10BA911B-7D7C-4F9A-B9A0-45C050433787}" destId="{1EB9A206-7612-4CCC-888A-C7A98CAF2E71}" srcOrd="0" destOrd="0" parTransId="{A77A701B-C4F3-4355-B0A4-0ADC1BB51C63}" sibTransId="{DE2C6FEF-60B2-45CA-A522-B48600E9A627}"/>
    <dgm:cxn modelId="{60B84E3D-A34A-4510-8268-DFF780CB8771}" srcId="{33B1F745-F913-4E92-ADBB-8CE2F5E1F140}" destId="{42FB5E6A-833B-46F8-81FC-8A9FDFB50E28}" srcOrd="2" destOrd="0" parTransId="{6D4C946C-AE3C-4ECD-A6C1-580F41F70C47}" sibTransId="{8AF66D8D-B057-44EA-8A13-EB9E89D4C532}"/>
    <dgm:cxn modelId="{FEEF9A5D-82E1-4D2A-8A08-38E1C179741E}" srcId="{33B1F745-F913-4E92-ADBB-8CE2F5E1F140}" destId="{10BA911B-7D7C-4F9A-B9A0-45C050433787}" srcOrd="5" destOrd="0" parTransId="{35342FDA-7012-4D02-B735-BE0A6F6A6D1A}" sibTransId="{AE460F9D-D0D8-4DDC-A226-739EA3553121}"/>
    <dgm:cxn modelId="{D75D8C62-076A-4432-8693-E1B391AF1F9E}" srcId="{33B1F745-F913-4E92-ADBB-8CE2F5E1F140}" destId="{10E4D92A-43DF-4119-953D-2EA2AA48EA15}" srcOrd="0" destOrd="0" parTransId="{14EE7A1C-0A8D-4452-A89F-04A1C89DD4D2}" sibTransId="{FAB39F9A-3CA6-499A-8F53-2AC8160DEFE4}"/>
    <dgm:cxn modelId="{8E319D42-B290-4E07-971B-68E72D9DA780}" srcId="{42FB5E6A-833B-46F8-81FC-8A9FDFB50E28}" destId="{C4891534-5300-4E90-866C-597A31169BE2}" srcOrd="1" destOrd="0" parTransId="{C8204C26-CB48-4798-9ECF-D3940AC28B7A}" sibTransId="{FA5816A5-CCF6-4521-ABBD-4B9E6018BC92}"/>
    <dgm:cxn modelId="{2EC5B262-2C01-48A7-9F56-E307FFB2DF3B}" type="presOf" srcId="{049D953B-2A96-4A57-A384-A1EA668899BB}" destId="{EEEFA6F4-7448-4A48-93FE-DFBE9957CE7F}" srcOrd="0" destOrd="0" presId="urn:microsoft.com/office/officeart/2005/8/layout/hierarchy3"/>
    <dgm:cxn modelId="{788B4B66-925B-49C9-9083-2FA7DA5C5FFF}" type="presOf" srcId="{C5D1EBB5-2D81-4949-BEDA-FCE81F904796}" destId="{B20033CF-CE9C-4FBD-8713-90E41C761AD7}" srcOrd="0" destOrd="0" presId="urn:microsoft.com/office/officeart/2005/8/layout/hierarchy3"/>
    <dgm:cxn modelId="{ACFF6D48-7164-4E6C-ACC7-712D0ECCD39C}" type="presOf" srcId="{10E4D92A-43DF-4119-953D-2EA2AA48EA15}" destId="{E581CCB1-DF33-4FD7-9470-10CC6CD56CCF}" srcOrd="1" destOrd="0" presId="urn:microsoft.com/office/officeart/2005/8/layout/hierarchy3"/>
    <dgm:cxn modelId="{45CEAA6E-D8FD-45C8-A274-55BF53696690}" type="presOf" srcId="{FC1455DB-4298-4D35-9845-43BB366A0879}" destId="{84BABE6F-016E-40DD-973E-723C293B77A6}" srcOrd="0" destOrd="0" presId="urn:microsoft.com/office/officeart/2005/8/layout/hierarchy3"/>
    <dgm:cxn modelId="{FF7C146F-4654-4A21-AA42-1E9B36CE8D5C}" type="presOf" srcId="{C4891534-5300-4E90-866C-597A31169BE2}" destId="{5A44F965-4802-4C35-A664-A95ADFD62276}" srcOrd="0" destOrd="0" presId="urn:microsoft.com/office/officeart/2005/8/layout/hierarchy3"/>
    <dgm:cxn modelId="{35F17D71-1DEF-4277-AC9F-C139E08F8346}" type="presOf" srcId="{17C0F6D4-0179-4285-85EA-15682A91F3C8}" destId="{5E97EBA4-3693-49F9-B80E-331F5A3B3B61}" srcOrd="0" destOrd="0" presId="urn:microsoft.com/office/officeart/2005/8/layout/hierarchy3"/>
    <dgm:cxn modelId="{852FA151-635E-4E3B-B7B3-E616CDAC3812}" type="presOf" srcId="{FB2E2637-AEF2-4B3C-B16F-AED29E139B2A}" destId="{64DEC9CC-C743-4A47-8638-7BA3A93CAEFE}" srcOrd="0" destOrd="0" presId="urn:microsoft.com/office/officeart/2005/8/layout/hierarchy3"/>
    <dgm:cxn modelId="{A150A252-118D-4CDC-BEBB-07DF1CB63D82}" srcId="{681699A5-C58D-4EE8-A757-CE479FA7DACC}" destId="{291F6CF3-6017-4619-93AB-47C4402F4D5F}" srcOrd="1" destOrd="0" parTransId="{17C0F6D4-0179-4285-85EA-15682A91F3C8}" sibTransId="{95B8A25C-BCD5-4969-B161-5F3399C2901F}"/>
    <dgm:cxn modelId="{33AF6574-C1BA-4C70-9FDE-98F08D096BDC}" srcId="{10E4D92A-43DF-4119-953D-2EA2AA48EA15}" destId="{2758A89D-5B51-4565-9D9F-E5CEB60FAD86}" srcOrd="0" destOrd="0" parTransId="{014357F5-6A70-40D1-A9C6-DB563A05A00F}" sibTransId="{06F86BDC-2802-433A-94EA-2F0C55DF4E4E}"/>
    <dgm:cxn modelId="{E9D8CB74-4451-4E08-BE76-421F9AFDA994}" type="presOf" srcId="{2758A89D-5B51-4565-9D9F-E5CEB60FAD86}" destId="{8279F343-43E6-4EDC-8987-45217C15178A}" srcOrd="0" destOrd="0" presId="urn:microsoft.com/office/officeart/2005/8/layout/hierarchy3"/>
    <dgm:cxn modelId="{C009DE55-C509-4830-9EF3-261817381315}" type="presOf" srcId="{014357F5-6A70-40D1-A9C6-DB563A05A00F}" destId="{2B82CEE0-9210-492C-920C-FD6A269D44EC}" srcOrd="0" destOrd="0" presId="urn:microsoft.com/office/officeart/2005/8/layout/hierarchy3"/>
    <dgm:cxn modelId="{2435A380-F34B-4642-9935-C74641B65BD5}" srcId="{CBCA152A-D596-41AB-8820-885785B8DDEA}" destId="{67504FAE-A601-473A-AF3E-7046C34CA487}" srcOrd="0" destOrd="0" parTransId="{9AD0C060-995C-4254-A637-14C51CF1DD23}" sibTransId="{EB78DC58-83CE-450C-AA35-44B284B15D82}"/>
    <dgm:cxn modelId="{9E131381-B339-4805-BA66-300661B4B77F}" srcId="{10E4D92A-43DF-4119-953D-2EA2AA48EA15}" destId="{435CE515-8EA7-436B-B021-F7CCAF7C80BF}" srcOrd="1" destOrd="0" parTransId="{76D47F2F-F3EB-4FD6-9E56-32B9409C1DFE}" sibTransId="{5059C43C-F789-4763-9F9D-2B94299308AD}"/>
    <dgm:cxn modelId="{0C80A888-5930-46FF-A08C-9340FB17CF7E}" type="presOf" srcId="{291F6CF3-6017-4619-93AB-47C4402F4D5F}" destId="{9DAD8010-0791-4C90-B33F-48B43D1257AD}" srcOrd="0" destOrd="0" presId="urn:microsoft.com/office/officeart/2005/8/layout/hierarchy3"/>
    <dgm:cxn modelId="{2CFCC193-C051-4636-989A-16E90BDCD769}" srcId="{6DE02FDC-8841-4D4D-A70D-C7F25E877AC2}" destId="{44A1EB70-4651-45D1-A67F-464224E5E368}" srcOrd="0" destOrd="0" parTransId="{049D953B-2A96-4A57-A384-A1EA668899BB}" sibTransId="{BD6E3018-3B4C-45C5-A1A5-B785B654081F}"/>
    <dgm:cxn modelId="{1324D593-C587-476A-8991-8B39B4BF3A7E}" type="presOf" srcId="{10BA911B-7D7C-4F9A-B9A0-45C050433787}" destId="{AA942805-09AF-4EC5-888B-F2B66E6E9B2F}" srcOrd="0" destOrd="0" presId="urn:microsoft.com/office/officeart/2005/8/layout/hierarchy3"/>
    <dgm:cxn modelId="{9F06659A-E95D-4D00-A244-AC02D7039A31}" type="presOf" srcId="{06CE3A37-6DD3-43B6-A286-FD7133C271D9}" destId="{865A1648-FED0-40F6-8311-D2CC8ACFFC34}" srcOrd="0" destOrd="0" presId="urn:microsoft.com/office/officeart/2005/8/layout/hierarchy3"/>
    <dgm:cxn modelId="{E65D949A-6A0A-4A58-BCE5-B566657E1479}" type="presOf" srcId="{435CE515-8EA7-436B-B021-F7CCAF7C80BF}" destId="{66710563-2964-4E58-8E21-25A7FB91DFFD}" srcOrd="0" destOrd="0" presId="urn:microsoft.com/office/officeart/2005/8/layout/hierarchy3"/>
    <dgm:cxn modelId="{100F48A5-9024-4A6D-8EA1-7F063928CD9D}" type="presOf" srcId="{6DE02FDC-8841-4D4D-A70D-C7F25E877AC2}" destId="{5ABCCFC1-5275-4F73-B9BE-02EE9A4668ED}" srcOrd="0" destOrd="0" presId="urn:microsoft.com/office/officeart/2005/8/layout/hierarchy3"/>
    <dgm:cxn modelId="{7AE90AA6-F069-41A3-AFF0-3CE8716BEA78}" type="presOf" srcId="{67504FAE-A601-473A-AF3E-7046C34CA487}" destId="{9B9CA761-C472-4381-BA46-4F414EFA46CF}" srcOrd="0" destOrd="0" presId="urn:microsoft.com/office/officeart/2005/8/layout/hierarchy3"/>
    <dgm:cxn modelId="{4003B7A7-4949-4BA9-86E7-322C9DD8048F}" srcId="{6DE02FDC-8841-4D4D-A70D-C7F25E877AC2}" destId="{E653C937-25A3-42A4-8EB7-1A2EE5FD0621}" srcOrd="1" destOrd="0" parTransId="{06CE3A37-6DD3-43B6-A286-FD7133C271D9}" sibTransId="{11FEEA5A-385A-488B-9B8E-640519E19633}"/>
    <dgm:cxn modelId="{9E40ACA9-9F52-4F2C-9A23-548E60121E3F}" type="presOf" srcId="{A670EA9C-239C-4CAD-B1A1-AEC4FFCB714E}" destId="{7B5161F2-8F34-4B70-ACD0-673B931C1422}" srcOrd="0" destOrd="0" presId="urn:microsoft.com/office/officeart/2005/8/layout/hierarchy3"/>
    <dgm:cxn modelId="{7F1434AC-7FD7-40EE-A668-5396F8A950FB}" type="presOf" srcId="{10BA911B-7D7C-4F9A-B9A0-45C050433787}" destId="{E26F076A-EB61-4767-9A9E-3E2995BB1ADC}" srcOrd="1" destOrd="0" presId="urn:microsoft.com/office/officeart/2005/8/layout/hierarchy3"/>
    <dgm:cxn modelId="{B897ECB1-6C3C-4FC8-BC78-810FC0F60812}" type="presOf" srcId="{A77A701B-C4F3-4355-B0A4-0ADC1BB51C63}" destId="{C4C1187B-D32D-4B0E-AF1A-D74B12B6747A}" srcOrd="0" destOrd="0" presId="urn:microsoft.com/office/officeart/2005/8/layout/hierarchy3"/>
    <dgm:cxn modelId="{BEAFB8B4-01FA-4E89-94F9-8743C2D0BCE9}" type="presOf" srcId="{10E4D92A-43DF-4119-953D-2EA2AA48EA15}" destId="{F2376206-B407-4B3F-9E47-393A472DC3D6}" srcOrd="0" destOrd="0" presId="urn:microsoft.com/office/officeart/2005/8/layout/hierarchy3"/>
    <dgm:cxn modelId="{4BD0F7BA-7092-4A65-B8A4-F548AE65C3C0}" type="presOf" srcId="{5F15DBE9-5C51-498A-BB41-A1E769132DBD}" destId="{F266DCC6-51EB-4A62-86F2-95E89618F04A}" srcOrd="0" destOrd="0" presId="urn:microsoft.com/office/officeart/2005/8/layout/hierarchy3"/>
    <dgm:cxn modelId="{66C02AC7-C48C-44A1-8BDE-297496CB0D21}" type="presOf" srcId="{681699A5-C58D-4EE8-A757-CE479FA7DACC}" destId="{258151A6-2863-4843-A308-28EAB810D9DD}" srcOrd="1" destOrd="0" presId="urn:microsoft.com/office/officeart/2005/8/layout/hierarchy3"/>
    <dgm:cxn modelId="{267DE1D5-028E-49BC-9723-1DF659F6AF69}" type="presOf" srcId="{1EB9A206-7612-4CCC-888A-C7A98CAF2E71}" destId="{A01C4780-2CB4-4D1C-872C-3E16EBD9E9D3}" srcOrd="0" destOrd="0" presId="urn:microsoft.com/office/officeart/2005/8/layout/hierarchy3"/>
    <dgm:cxn modelId="{F77616DC-4DA5-4EE9-94F9-F025B49F8C8A}" type="presOf" srcId="{42FB5E6A-833B-46F8-81FC-8A9FDFB50E28}" destId="{8B8A4CF2-3E11-4B58-B790-475E5CB1578C}" srcOrd="0" destOrd="0" presId="urn:microsoft.com/office/officeart/2005/8/layout/hierarchy3"/>
    <dgm:cxn modelId="{3F11DAE2-471B-4795-9CF8-F689A8183339}" type="presOf" srcId="{C8204C26-CB48-4798-9ECF-D3940AC28B7A}" destId="{41954282-142C-4D1E-8FF4-A8E453990B07}" srcOrd="0" destOrd="0" presId="urn:microsoft.com/office/officeart/2005/8/layout/hierarchy3"/>
    <dgm:cxn modelId="{99B7E2EC-0617-4B3A-A252-1C8BE9975333}" type="presOf" srcId="{681699A5-C58D-4EE8-A757-CE479FA7DACC}" destId="{A32B322F-B2A4-45DD-A8E6-A27A8334FE28}" srcOrd="0" destOrd="0" presId="urn:microsoft.com/office/officeart/2005/8/layout/hierarchy3"/>
    <dgm:cxn modelId="{5EBADBEE-5A71-4CA2-907D-0A0F55A70872}" type="presOf" srcId="{9AD0C060-995C-4254-A637-14C51CF1DD23}" destId="{41B2CDA0-2D7A-4B1C-A600-8A7D5B1D1E2D}" srcOrd="0" destOrd="0" presId="urn:microsoft.com/office/officeart/2005/8/layout/hierarchy3"/>
    <dgm:cxn modelId="{A0C663F5-70E6-491E-A728-386FDA180031}" type="presOf" srcId="{33B1F745-F913-4E92-ADBB-8CE2F5E1F140}" destId="{618D6427-5182-40C5-8BD3-F3C00381E936}" srcOrd="0" destOrd="0" presId="urn:microsoft.com/office/officeart/2005/8/layout/hierarchy3"/>
    <dgm:cxn modelId="{3D3870FF-3494-4EFB-A044-BA1A94FB64D9}" srcId="{42FB5E6A-833B-46F8-81FC-8A9FDFB50E28}" destId="{3A33A059-B372-4A17-AC1F-4C83DE13D06F}" srcOrd="0" destOrd="0" parTransId="{FC1455DB-4298-4D35-9845-43BB366A0879}" sibTransId="{19259449-A3DA-47A7-8334-339ADB7802EF}"/>
    <dgm:cxn modelId="{DEDA0F24-40AB-45ED-A0EE-BE77FE8FAC7E}" type="presParOf" srcId="{618D6427-5182-40C5-8BD3-F3C00381E936}" destId="{A8EF300D-8512-4AB2-9E6F-05BFCC5DA90E}" srcOrd="0" destOrd="0" presId="urn:microsoft.com/office/officeart/2005/8/layout/hierarchy3"/>
    <dgm:cxn modelId="{4E5F39F1-8A69-4B75-93FF-6212FC24D332}" type="presParOf" srcId="{A8EF300D-8512-4AB2-9E6F-05BFCC5DA90E}" destId="{AB067A20-CB61-4002-A544-86B8731C7313}" srcOrd="0" destOrd="0" presId="urn:microsoft.com/office/officeart/2005/8/layout/hierarchy3"/>
    <dgm:cxn modelId="{C8687C26-F22D-432B-99A4-5701E94FB54E}" type="presParOf" srcId="{AB067A20-CB61-4002-A544-86B8731C7313}" destId="{F2376206-B407-4B3F-9E47-393A472DC3D6}" srcOrd="0" destOrd="0" presId="urn:microsoft.com/office/officeart/2005/8/layout/hierarchy3"/>
    <dgm:cxn modelId="{2CD18C2E-FBB2-4539-B9C0-D18833FBF6D8}" type="presParOf" srcId="{AB067A20-CB61-4002-A544-86B8731C7313}" destId="{E581CCB1-DF33-4FD7-9470-10CC6CD56CCF}" srcOrd="1" destOrd="0" presId="urn:microsoft.com/office/officeart/2005/8/layout/hierarchy3"/>
    <dgm:cxn modelId="{73BF2387-0EB0-4EC2-A221-BC2FB722B1AF}" type="presParOf" srcId="{A8EF300D-8512-4AB2-9E6F-05BFCC5DA90E}" destId="{7A144172-064A-46B3-96D5-B3CAD78AF419}" srcOrd="1" destOrd="0" presId="urn:microsoft.com/office/officeart/2005/8/layout/hierarchy3"/>
    <dgm:cxn modelId="{B7E2B85F-9249-41DF-9689-0BA8FFC0F16B}" type="presParOf" srcId="{7A144172-064A-46B3-96D5-B3CAD78AF419}" destId="{2B82CEE0-9210-492C-920C-FD6A269D44EC}" srcOrd="0" destOrd="0" presId="urn:microsoft.com/office/officeart/2005/8/layout/hierarchy3"/>
    <dgm:cxn modelId="{F7AC2EAC-41A2-402A-AA95-9DE092888D1A}" type="presParOf" srcId="{7A144172-064A-46B3-96D5-B3CAD78AF419}" destId="{8279F343-43E6-4EDC-8987-45217C15178A}" srcOrd="1" destOrd="0" presId="urn:microsoft.com/office/officeart/2005/8/layout/hierarchy3"/>
    <dgm:cxn modelId="{F360BCC4-94FC-4603-8061-A6ECA389F380}" type="presParOf" srcId="{7A144172-064A-46B3-96D5-B3CAD78AF419}" destId="{1131F305-1CE5-44F9-8585-F29C64711F84}" srcOrd="2" destOrd="0" presId="urn:microsoft.com/office/officeart/2005/8/layout/hierarchy3"/>
    <dgm:cxn modelId="{4A6634C9-6858-4E14-8A40-D5D915930BA9}" type="presParOf" srcId="{7A144172-064A-46B3-96D5-B3CAD78AF419}" destId="{66710563-2964-4E58-8E21-25A7FB91DFFD}" srcOrd="3" destOrd="0" presId="urn:microsoft.com/office/officeart/2005/8/layout/hierarchy3"/>
    <dgm:cxn modelId="{209DFBB8-09D5-4A01-93E7-47C957E97DDC}" type="presParOf" srcId="{618D6427-5182-40C5-8BD3-F3C00381E936}" destId="{D7ABAE9E-6CA6-42C5-8F94-F0B0B122A199}" srcOrd="1" destOrd="0" presId="urn:microsoft.com/office/officeart/2005/8/layout/hierarchy3"/>
    <dgm:cxn modelId="{B60EBE47-84C6-4E13-85F0-22C2D9A68249}" type="presParOf" srcId="{D7ABAE9E-6CA6-42C5-8F94-F0B0B122A199}" destId="{1C9271AC-5333-42E8-9851-8A143CA314B1}" srcOrd="0" destOrd="0" presId="urn:microsoft.com/office/officeart/2005/8/layout/hierarchy3"/>
    <dgm:cxn modelId="{C5811AC1-3D57-4289-B968-1149DD443715}" type="presParOf" srcId="{1C9271AC-5333-42E8-9851-8A143CA314B1}" destId="{A32B322F-B2A4-45DD-A8E6-A27A8334FE28}" srcOrd="0" destOrd="0" presId="urn:microsoft.com/office/officeart/2005/8/layout/hierarchy3"/>
    <dgm:cxn modelId="{5D146EEA-690D-4624-AE91-06914FDA0A5D}" type="presParOf" srcId="{1C9271AC-5333-42E8-9851-8A143CA314B1}" destId="{258151A6-2863-4843-A308-28EAB810D9DD}" srcOrd="1" destOrd="0" presId="urn:microsoft.com/office/officeart/2005/8/layout/hierarchy3"/>
    <dgm:cxn modelId="{960BBD2E-D1F1-4854-B264-5979A3CBBADD}" type="presParOf" srcId="{D7ABAE9E-6CA6-42C5-8F94-F0B0B122A199}" destId="{CC999667-0A49-4FBE-B1F8-B0E502CD28CE}" srcOrd="1" destOrd="0" presId="urn:microsoft.com/office/officeart/2005/8/layout/hierarchy3"/>
    <dgm:cxn modelId="{717568E2-D9BA-4B7B-8267-79EBEC63CDEF}" type="presParOf" srcId="{CC999667-0A49-4FBE-B1F8-B0E502CD28CE}" destId="{7B5161F2-8F34-4B70-ACD0-673B931C1422}" srcOrd="0" destOrd="0" presId="urn:microsoft.com/office/officeart/2005/8/layout/hierarchy3"/>
    <dgm:cxn modelId="{698DE98B-5B6E-4295-B06D-AA0807B49DD9}" type="presParOf" srcId="{CC999667-0A49-4FBE-B1F8-B0E502CD28CE}" destId="{64DEC9CC-C743-4A47-8638-7BA3A93CAEFE}" srcOrd="1" destOrd="0" presId="urn:microsoft.com/office/officeart/2005/8/layout/hierarchy3"/>
    <dgm:cxn modelId="{6691D393-FB1E-433F-83D7-F743CC032B0A}" type="presParOf" srcId="{CC999667-0A49-4FBE-B1F8-B0E502CD28CE}" destId="{5E97EBA4-3693-49F9-B80E-331F5A3B3B61}" srcOrd="2" destOrd="0" presId="urn:microsoft.com/office/officeart/2005/8/layout/hierarchy3"/>
    <dgm:cxn modelId="{8DBAAD72-0107-479A-94A8-8677BA1B83EC}" type="presParOf" srcId="{CC999667-0A49-4FBE-B1F8-B0E502CD28CE}" destId="{9DAD8010-0791-4C90-B33F-48B43D1257AD}" srcOrd="3" destOrd="0" presId="urn:microsoft.com/office/officeart/2005/8/layout/hierarchy3"/>
    <dgm:cxn modelId="{0C7E00D3-DF0E-4367-86DE-11DF23464407}" type="presParOf" srcId="{618D6427-5182-40C5-8BD3-F3C00381E936}" destId="{478E5EC2-6CD2-4C7A-B92A-A5F3D1EDA231}" srcOrd="2" destOrd="0" presId="urn:microsoft.com/office/officeart/2005/8/layout/hierarchy3"/>
    <dgm:cxn modelId="{2FFFCBDC-1FA2-48B2-98FB-E193AFDDD2B0}" type="presParOf" srcId="{478E5EC2-6CD2-4C7A-B92A-A5F3D1EDA231}" destId="{1AF435B3-9FA1-4733-927F-90B6DCB9445B}" srcOrd="0" destOrd="0" presId="urn:microsoft.com/office/officeart/2005/8/layout/hierarchy3"/>
    <dgm:cxn modelId="{DB40B471-BD1B-4F42-A9EE-4EFD7906AB16}" type="presParOf" srcId="{1AF435B3-9FA1-4733-927F-90B6DCB9445B}" destId="{8B8A4CF2-3E11-4B58-B790-475E5CB1578C}" srcOrd="0" destOrd="0" presId="urn:microsoft.com/office/officeart/2005/8/layout/hierarchy3"/>
    <dgm:cxn modelId="{AACA4E34-93CE-472D-8D52-D9DC9C4A7F4F}" type="presParOf" srcId="{1AF435B3-9FA1-4733-927F-90B6DCB9445B}" destId="{F5489519-C2EE-4719-85B1-87AC582D65F9}" srcOrd="1" destOrd="0" presId="urn:microsoft.com/office/officeart/2005/8/layout/hierarchy3"/>
    <dgm:cxn modelId="{0138F5B7-508A-41F1-9F13-D6018D6EBE8E}" type="presParOf" srcId="{478E5EC2-6CD2-4C7A-B92A-A5F3D1EDA231}" destId="{13D50147-814B-4ED1-B7FE-D03EBB41525C}" srcOrd="1" destOrd="0" presId="urn:microsoft.com/office/officeart/2005/8/layout/hierarchy3"/>
    <dgm:cxn modelId="{47A9CAA5-A532-462B-BA13-8B96FA0410E2}" type="presParOf" srcId="{13D50147-814B-4ED1-B7FE-D03EBB41525C}" destId="{84BABE6F-016E-40DD-973E-723C293B77A6}" srcOrd="0" destOrd="0" presId="urn:microsoft.com/office/officeart/2005/8/layout/hierarchy3"/>
    <dgm:cxn modelId="{5361A543-0908-4D72-8604-3E83FD24B14A}" type="presParOf" srcId="{13D50147-814B-4ED1-B7FE-D03EBB41525C}" destId="{6621C848-3F1D-48B4-A05E-2EB582D014AB}" srcOrd="1" destOrd="0" presId="urn:microsoft.com/office/officeart/2005/8/layout/hierarchy3"/>
    <dgm:cxn modelId="{DF7EADAB-8539-4557-9D34-1831043ED296}" type="presParOf" srcId="{13D50147-814B-4ED1-B7FE-D03EBB41525C}" destId="{41954282-142C-4D1E-8FF4-A8E453990B07}" srcOrd="2" destOrd="0" presId="urn:microsoft.com/office/officeart/2005/8/layout/hierarchy3"/>
    <dgm:cxn modelId="{09B8B549-842E-44C8-A58D-1F1A471C849A}" type="presParOf" srcId="{13D50147-814B-4ED1-B7FE-D03EBB41525C}" destId="{5A44F965-4802-4C35-A664-A95ADFD62276}" srcOrd="3" destOrd="0" presId="urn:microsoft.com/office/officeart/2005/8/layout/hierarchy3"/>
    <dgm:cxn modelId="{60787BAC-DD61-402F-82A5-62BA40E523FC}" type="presParOf" srcId="{618D6427-5182-40C5-8BD3-F3C00381E936}" destId="{EF5CD1FD-75C6-4207-BC64-7199D1066ABF}" srcOrd="3" destOrd="0" presId="urn:microsoft.com/office/officeart/2005/8/layout/hierarchy3"/>
    <dgm:cxn modelId="{62629886-75B9-469A-88A9-B0933D2A5656}" type="presParOf" srcId="{EF5CD1FD-75C6-4207-BC64-7199D1066ABF}" destId="{9BA3CD89-ED98-4EA8-9E91-651D8EFAB03D}" srcOrd="0" destOrd="0" presId="urn:microsoft.com/office/officeart/2005/8/layout/hierarchy3"/>
    <dgm:cxn modelId="{C7694618-DAB1-4898-9275-8465EC7EFF40}" type="presParOf" srcId="{9BA3CD89-ED98-4EA8-9E91-651D8EFAB03D}" destId="{5ABCCFC1-5275-4F73-B9BE-02EE9A4668ED}" srcOrd="0" destOrd="0" presId="urn:microsoft.com/office/officeart/2005/8/layout/hierarchy3"/>
    <dgm:cxn modelId="{6E866C67-4820-48E8-8A85-9D1747757AD7}" type="presParOf" srcId="{9BA3CD89-ED98-4EA8-9E91-651D8EFAB03D}" destId="{876CC617-2AF4-48BC-9CD3-704AC09EB780}" srcOrd="1" destOrd="0" presId="urn:microsoft.com/office/officeart/2005/8/layout/hierarchy3"/>
    <dgm:cxn modelId="{01D15752-13AE-45B4-A86D-0DA9427A19BF}" type="presParOf" srcId="{EF5CD1FD-75C6-4207-BC64-7199D1066ABF}" destId="{F6B02370-3C84-4103-9331-0CB97CD12E01}" srcOrd="1" destOrd="0" presId="urn:microsoft.com/office/officeart/2005/8/layout/hierarchy3"/>
    <dgm:cxn modelId="{26ACBE35-BB51-48A4-9DA7-3B843C6D0BBF}" type="presParOf" srcId="{F6B02370-3C84-4103-9331-0CB97CD12E01}" destId="{EEEFA6F4-7448-4A48-93FE-DFBE9957CE7F}" srcOrd="0" destOrd="0" presId="urn:microsoft.com/office/officeart/2005/8/layout/hierarchy3"/>
    <dgm:cxn modelId="{F3D7EF02-25BB-4194-B6A1-081099FABB3E}" type="presParOf" srcId="{F6B02370-3C84-4103-9331-0CB97CD12E01}" destId="{44F41E4C-925D-4EC0-A624-B10A1D6D4D3D}" srcOrd="1" destOrd="0" presId="urn:microsoft.com/office/officeart/2005/8/layout/hierarchy3"/>
    <dgm:cxn modelId="{0E5D992C-F0C9-4B09-96F4-FF3F902CB8E0}" type="presParOf" srcId="{F6B02370-3C84-4103-9331-0CB97CD12E01}" destId="{865A1648-FED0-40F6-8311-D2CC8ACFFC34}" srcOrd="2" destOrd="0" presId="urn:microsoft.com/office/officeart/2005/8/layout/hierarchy3"/>
    <dgm:cxn modelId="{48BCF315-F079-4FBE-8C62-BF73C9B901F3}" type="presParOf" srcId="{F6B02370-3C84-4103-9331-0CB97CD12E01}" destId="{37708739-CA68-4962-A1F6-1A1F8C666B05}" srcOrd="3" destOrd="0" presId="urn:microsoft.com/office/officeart/2005/8/layout/hierarchy3"/>
    <dgm:cxn modelId="{AF168633-71CD-411D-AA73-5B985C98930F}" type="presParOf" srcId="{618D6427-5182-40C5-8BD3-F3C00381E936}" destId="{D5EFB3F5-974E-4564-ACCA-EE8C2099A881}" srcOrd="4" destOrd="0" presId="urn:microsoft.com/office/officeart/2005/8/layout/hierarchy3"/>
    <dgm:cxn modelId="{C399F0CF-4C54-411E-A773-4B40D2FE08E7}" type="presParOf" srcId="{D5EFB3F5-974E-4564-ACCA-EE8C2099A881}" destId="{8F4FC69E-3E3B-48D3-9FDD-02FC2B4EC227}" srcOrd="0" destOrd="0" presId="urn:microsoft.com/office/officeart/2005/8/layout/hierarchy3"/>
    <dgm:cxn modelId="{74FB4FFF-488E-4971-B827-E1280F81F7A3}" type="presParOf" srcId="{8F4FC69E-3E3B-48D3-9FDD-02FC2B4EC227}" destId="{03F4E34E-4422-4915-9FFA-C9AD52D173BD}" srcOrd="0" destOrd="0" presId="urn:microsoft.com/office/officeart/2005/8/layout/hierarchy3"/>
    <dgm:cxn modelId="{25FEB533-F8C4-465E-A5FC-1CF54A89AE9F}" type="presParOf" srcId="{8F4FC69E-3E3B-48D3-9FDD-02FC2B4EC227}" destId="{45B843DB-19A9-48B2-BDD1-7DFBDFFB6D99}" srcOrd="1" destOrd="0" presId="urn:microsoft.com/office/officeart/2005/8/layout/hierarchy3"/>
    <dgm:cxn modelId="{39D51311-E9C4-45DD-8659-23B555F26F68}" type="presParOf" srcId="{D5EFB3F5-974E-4564-ACCA-EE8C2099A881}" destId="{09B08A3A-390A-4273-B283-5DF2A6944BFE}" srcOrd="1" destOrd="0" presId="urn:microsoft.com/office/officeart/2005/8/layout/hierarchy3"/>
    <dgm:cxn modelId="{7BEF21E7-C3F5-4B8A-8DDB-62D1C93BE0FD}" type="presParOf" srcId="{09B08A3A-390A-4273-B283-5DF2A6944BFE}" destId="{41B2CDA0-2D7A-4B1C-A600-8A7D5B1D1E2D}" srcOrd="0" destOrd="0" presId="urn:microsoft.com/office/officeart/2005/8/layout/hierarchy3"/>
    <dgm:cxn modelId="{E9B59361-4C7A-4A96-A7CE-71366161BA47}" type="presParOf" srcId="{09B08A3A-390A-4273-B283-5DF2A6944BFE}" destId="{9B9CA761-C472-4381-BA46-4F414EFA46CF}" srcOrd="1" destOrd="0" presId="urn:microsoft.com/office/officeart/2005/8/layout/hierarchy3"/>
    <dgm:cxn modelId="{DAD10095-7379-4F5C-8913-6FA2EB8BEC94}" type="presParOf" srcId="{09B08A3A-390A-4273-B283-5DF2A6944BFE}" destId="{D4EBDAF2-5134-422E-B291-3AD9D30600D3}" srcOrd="2" destOrd="0" presId="urn:microsoft.com/office/officeart/2005/8/layout/hierarchy3"/>
    <dgm:cxn modelId="{A98DE76D-EEFA-45FE-BA57-16064A8B4778}" type="presParOf" srcId="{09B08A3A-390A-4273-B283-5DF2A6944BFE}" destId="{B20033CF-CE9C-4FBD-8713-90E41C761AD7}" srcOrd="3" destOrd="0" presId="urn:microsoft.com/office/officeart/2005/8/layout/hierarchy3"/>
    <dgm:cxn modelId="{1525B355-3BE5-4422-8B12-9E519B1A373C}" type="presParOf" srcId="{618D6427-5182-40C5-8BD3-F3C00381E936}" destId="{F200C2EA-C7B6-462B-9515-261C44C9EA0D}" srcOrd="5" destOrd="0" presId="urn:microsoft.com/office/officeart/2005/8/layout/hierarchy3"/>
    <dgm:cxn modelId="{4A88DD93-FBEB-417F-B61B-4C4FBEA41A27}" type="presParOf" srcId="{F200C2EA-C7B6-462B-9515-261C44C9EA0D}" destId="{A32EA702-A6EB-46C6-9133-D1841FBFBBB2}" srcOrd="0" destOrd="0" presId="urn:microsoft.com/office/officeart/2005/8/layout/hierarchy3"/>
    <dgm:cxn modelId="{D58AC904-9A52-4E9B-8F9B-9F958AB016C8}" type="presParOf" srcId="{A32EA702-A6EB-46C6-9133-D1841FBFBBB2}" destId="{AA942805-09AF-4EC5-888B-F2B66E6E9B2F}" srcOrd="0" destOrd="0" presId="urn:microsoft.com/office/officeart/2005/8/layout/hierarchy3"/>
    <dgm:cxn modelId="{BE7FB731-8A65-47AD-AB50-18A135D2FE08}" type="presParOf" srcId="{A32EA702-A6EB-46C6-9133-D1841FBFBBB2}" destId="{E26F076A-EB61-4767-9A9E-3E2995BB1ADC}" srcOrd="1" destOrd="0" presId="urn:microsoft.com/office/officeart/2005/8/layout/hierarchy3"/>
    <dgm:cxn modelId="{A08E0051-8B57-4B58-8633-08A729F6A75E}" type="presParOf" srcId="{F200C2EA-C7B6-462B-9515-261C44C9EA0D}" destId="{F84D88F5-368C-41B3-AFC1-D7C905E518AD}" srcOrd="1" destOrd="0" presId="urn:microsoft.com/office/officeart/2005/8/layout/hierarchy3"/>
    <dgm:cxn modelId="{158DF66F-E82E-46CA-8671-0B6C6E30772F}" type="presParOf" srcId="{F84D88F5-368C-41B3-AFC1-D7C905E518AD}" destId="{C4C1187B-D32D-4B0E-AF1A-D74B12B6747A}" srcOrd="0" destOrd="0" presId="urn:microsoft.com/office/officeart/2005/8/layout/hierarchy3"/>
    <dgm:cxn modelId="{0F419C54-EFA7-4AC2-A286-8299F3774279}" type="presParOf" srcId="{F84D88F5-368C-41B3-AFC1-D7C905E518AD}" destId="{A01C4780-2CB4-4D1C-872C-3E16EBD9E9D3}" srcOrd="1" destOrd="0" presId="urn:microsoft.com/office/officeart/2005/8/layout/hierarchy3"/>
    <dgm:cxn modelId="{838B1FB2-6D59-4EF8-BB7A-A99EC4144233}" type="presParOf" srcId="{F84D88F5-368C-41B3-AFC1-D7C905E518AD}" destId="{F266DCC6-51EB-4A62-86F2-95E89618F04A}" srcOrd="2" destOrd="0" presId="urn:microsoft.com/office/officeart/2005/8/layout/hierarchy3"/>
    <dgm:cxn modelId="{08BD7C65-4012-48E5-B8C8-8CF48F967481}" type="presParOf" srcId="{F84D88F5-368C-41B3-AFC1-D7C905E518AD}" destId="{97D36E59-6116-43A7-A4C9-59329B21189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B1F745-F913-4E92-ADBB-8CE2F5E1F140}" type="doc">
      <dgm:prSet loTypeId="urn:microsoft.com/office/officeart/2009/3/layout/Pi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0E4D92A-43DF-4119-953D-2EA2AA48EA15}">
      <dgm:prSet phldrT="[Text]" phldr="0"/>
      <dgm:spPr/>
      <dgm:t>
        <a:bodyPr/>
        <a:lstStyle/>
        <a:p>
          <a:r>
            <a:rPr lang="en-US"/>
            <a:t>Data Lineage </a:t>
          </a:r>
          <a:endParaRPr lang="en-IN"/>
        </a:p>
      </dgm:t>
    </dgm:pt>
    <dgm:pt modelId="{14EE7A1C-0A8D-4452-A89F-04A1C89DD4D2}" type="parTrans" cxnId="{D75D8C62-076A-4432-8693-E1B391AF1F9E}">
      <dgm:prSet/>
      <dgm:spPr/>
      <dgm:t>
        <a:bodyPr/>
        <a:lstStyle/>
        <a:p>
          <a:endParaRPr lang="en-IN"/>
        </a:p>
      </dgm:t>
    </dgm:pt>
    <dgm:pt modelId="{FAB39F9A-3CA6-499A-8F53-2AC8160DEFE4}" type="sibTrans" cxnId="{D75D8C62-076A-4432-8693-E1B391AF1F9E}">
      <dgm:prSet/>
      <dgm:spPr/>
      <dgm:t>
        <a:bodyPr/>
        <a:lstStyle/>
        <a:p>
          <a:endParaRPr lang="en-IN"/>
        </a:p>
      </dgm:t>
    </dgm:pt>
    <dgm:pt modelId="{681699A5-C58D-4EE8-A757-CE479FA7DACC}">
      <dgm:prSet phldrT="[Text]" phldr="0"/>
      <dgm:spPr/>
      <dgm:t>
        <a:bodyPr/>
        <a:lstStyle/>
        <a:p>
          <a:r>
            <a:rPr lang="en-US"/>
            <a:t>Data Quality</a:t>
          </a:r>
          <a:endParaRPr lang="en-IN"/>
        </a:p>
      </dgm:t>
    </dgm:pt>
    <dgm:pt modelId="{69733936-94D4-4D61-B9E0-7E24FC9F9B70}" type="parTrans" cxnId="{AE33B502-60F8-4DEA-B75E-333AC20B5C55}">
      <dgm:prSet/>
      <dgm:spPr/>
      <dgm:t>
        <a:bodyPr/>
        <a:lstStyle/>
        <a:p>
          <a:endParaRPr lang="en-IN"/>
        </a:p>
      </dgm:t>
    </dgm:pt>
    <dgm:pt modelId="{2CF29815-3913-4A7B-9DF2-C5269FE8AD32}" type="sibTrans" cxnId="{AE33B502-60F8-4DEA-B75E-333AC20B5C55}">
      <dgm:prSet/>
      <dgm:spPr/>
      <dgm:t>
        <a:bodyPr/>
        <a:lstStyle/>
        <a:p>
          <a:endParaRPr lang="en-IN"/>
        </a:p>
      </dgm:t>
    </dgm:pt>
    <dgm:pt modelId="{0A1507F8-DB4C-45BB-B269-A76C1D4130F6}">
      <dgm:prSet phldrT="[Text]" phldr="0"/>
      <dgm:spPr/>
      <dgm:t>
        <a:bodyPr/>
        <a:lstStyle/>
        <a:p>
          <a:r>
            <a:rPr lang="en-US"/>
            <a:t>Observability</a:t>
          </a:r>
          <a:endParaRPr lang="en-IN"/>
        </a:p>
      </dgm:t>
    </dgm:pt>
    <dgm:pt modelId="{DDC6C50F-24A2-44D7-BF18-FA4135051D89}" type="parTrans" cxnId="{14643530-0A61-483B-8BA1-0E2EA8D06A6C}">
      <dgm:prSet/>
      <dgm:spPr/>
      <dgm:t>
        <a:bodyPr/>
        <a:lstStyle/>
        <a:p>
          <a:endParaRPr lang="en-IN"/>
        </a:p>
      </dgm:t>
    </dgm:pt>
    <dgm:pt modelId="{2C25D6E5-1160-42DA-9D18-5360EB54A933}" type="sibTrans" cxnId="{14643530-0A61-483B-8BA1-0E2EA8D06A6C}">
      <dgm:prSet/>
      <dgm:spPr/>
      <dgm:t>
        <a:bodyPr/>
        <a:lstStyle/>
        <a:p>
          <a:endParaRPr lang="en-IN"/>
        </a:p>
      </dgm:t>
    </dgm:pt>
    <dgm:pt modelId="{2758A89D-5B51-4565-9D9F-E5CEB60FAD86}">
      <dgm:prSet phldrT="[Text]" phldr="0"/>
      <dgm:spPr/>
      <dgm:t>
        <a:bodyPr/>
        <a:lstStyle/>
        <a:p>
          <a:r>
            <a:rPr lang="en-IN"/>
            <a:t>End-to-end visibility: Source → RAW → Curated → Consumption </a:t>
          </a:r>
        </a:p>
      </dgm:t>
    </dgm:pt>
    <dgm:pt modelId="{014357F5-6A70-40D1-A9C6-DB563A05A00F}" type="parTrans" cxnId="{33AF6574-C1BA-4C70-9FDE-98F08D096BDC}">
      <dgm:prSet/>
      <dgm:spPr/>
      <dgm:t>
        <a:bodyPr/>
        <a:lstStyle/>
        <a:p>
          <a:endParaRPr lang="en-IN"/>
        </a:p>
      </dgm:t>
    </dgm:pt>
    <dgm:pt modelId="{06F86BDC-2802-433A-94EA-2F0C55DF4E4E}" type="sibTrans" cxnId="{33AF6574-C1BA-4C70-9FDE-98F08D096BDC}">
      <dgm:prSet/>
      <dgm:spPr/>
      <dgm:t>
        <a:bodyPr/>
        <a:lstStyle/>
        <a:p>
          <a:endParaRPr lang="en-IN"/>
        </a:p>
      </dgm:t>
    </dgm:pt>
    <dgm:pt modelId="{72AA75D7-3F31-4BD0-B884-3F0418C6D7DA}">
      <dgm:prSet/>
      <dgm:spPr/>
      <dgm:t>
        <a:bodyPr/>
        <a:lstStyle/>
        <a:p>
          <a:r>
            <a:rPr lang="en-IN"/>
            <a:t>Column-level traceability for transformations </a:t>
          </a:r>
        </a:p>
      </dgm:t>
    </dgm:pt>
    <dgm:pt modelId="{AE4A968E-F74A-437E-90BC-28C321828612}" type="parTrans" cxnId="{D159095F-B99A-4737-8A60-9DD0D59167D8}">
      <dgm:prSet/>
      <dgm:spPr/>
      <dgm:t>
        <a:bodyPr/>
        <a:lstStyle/>
        <a:p>
          <a:endParaRPr lang="en-IN"/>
        </a:p>
      </dgm:t>
    </dgm:pt>
    <dgm:pt modelId="{D7EB75D1-76B3-4B7A-AC56-911D2FFCE697}" type="sibTrans" cxnId="{D159095F-B99A-4737-8A60-9DD0D59167D8}">
      <dgm:prSet/>
      <dgm:spPr/>
      <dgm:t>
        <a:bodyPr/>
        <a:lstStyle/>
        <a:p>
          <a:endParaRPr lang="en-IN"/>
        </a:p>
      </dgm:t>
    </dgm:pt>
    <dgm:pt modelId="{4B35F295-9094-49DA-8310-CF031EBC506D}">
      <dgm:prSet/>
      <dgm:spPr/>
      <dgm:t>
        <a:bodyPr/>
        <a:lstStyle/>
        <a:p>
          <a:r>
            <a:rPr lang="en-IN"/>
            <a:t>Visual lineage graph for impact analysis </a:t>
          </a:r>
        </a:p>
      </dgm:t>
    </dgm:pt>
    <dgm:pt modelId="{F18D068E-2331-4457-8EC9-92A226ACBC63}" type="parTrans" cxnId="{B265D07C-916A-49AD-A364-BC41AD38E5CE}">
      <dgm:prSet/>
      <dgm:spPr/>
      <dgm:t>
        <a:bodyPr/>
        <a:lstStyle/>
        <a:p>
          <a:endParaRPr lang="en-IN"/>
        </a:p>
      </dgm:t>
    </dgm:pt>
    <dgm:pt modelId="{2A6ACC61-A495-48B4-8C62-7D487E12C2F2}" type="sibTrans" cxnId="{B265D07C-916A-49AD-A364-BC41AD38E5CE}">
      <dgm:prSet/>
      <dgm:spPr/>
      <dgm:t>
        <a:bodyPr/>
        <a:lstStyle/>
        <a:p>
          <a:endParaRPr lang="en-IN"/>
        </a:p>
      </dgm:t>
    </dgm:pt>
    <dgm:pt modelId="{0620BF88-3F6F-48FC-9394-F30803F3FC4C}">
      <dgm:prSet/>
      <dgm:spPr/>
      <dgm:t>
        <a:bodyPr/>
        <a:lstStyle/>
        <a:p>
          <a:r>
            <a:rPr lang="en-IN"/>
            <a:t>Version-aware lineage for safe changes </a:t>
          </a:r>
        </a:p>
      </dgm:t>
    </dgm:pt>
    <dgm:pt modelId="{7C3FC44F-6CF4-428E-A5DD-E9D2687EE098}" type="parTrans" cxnId="{8299C5DD-61B8-4A5D-9041-9CF7A6E38A39}">
      <dgm:prSet/>
      <dgm:spPr/>
      <dgm:t>
        <a:bodyPr/>
        <a:lstStyle/>
        <a:p>
          <a:endParaRPr lang="en-IN"/>
        </a:p>
      </dgm:t>
    </dgm:pt>
    <dgm:pt modelId="{DB312921-C64E-4266-8F43-6D327C145ED2}" type="sibTrans" cxnId="{8299C5DD-61B8-4A5D-9041-9CF7A6E38A39}">
      <dgm:prSet/>
      <dgm:spPr/>
      <dgm:t>
        <a:bodyPr/>
        <a:lstStyle/>
        <a:p>
          <a:endParaRPr lang="en-IN"/>
        </a:p>
      </dgm:t>
    </dgm:pt>
    <dgm:pt modelId="{0D8987D9-8B35-41D6-845D-CACB0A34DD2F}">
      <dgm:prSet phldrT="[Text]" phldr="0"/>
      <dgm:spPr/>
      <dgm:t>
        <a:bodyPr/>
        <a:lstStyle/>
        <a:p>
          <a:r>
            <a:rPr lang="en-IN"/>
            <a:t>Rule-based validation (nulls, uniqueness, referential integrity) </a:t>
          </a:r>
        </a:p>
      </dgm:t>
    </dgm:pt>
    <dgm:pt modelId="{88701127-9454-4EBC-97F0-FBE99996BDBF}" type="parTrans" cxnId="{E695EA55-C793-4D31-9594-E4DBF596495B}">
      <dgm:prSet/>
      <dgm:spPr/>
      <dgm:t>
        <a:bodyPr/>
        <a:lstStyle/>
        <a:p>
          <a:endParaRPr lang="en-IN"/>
        </a:p>
      </dgm:t>
    </dgm:pt>
    <dgm:pt modelId="{F8ED83CE-021E-4FB4-B632-32A15EF16435}" type="sibTrans" cxnId="{E695EA55-C793-4D31-9594-E4DBF596495B}">
      <dgm:prSet/>
      <dgm:spPr/>
      <dgm:t>
        <a:bodyPr/>
        <a:lstStyle/>
        <a:p>
          <a:endParaRPr lang="en-IN"/>
        </a:p>
      </dgm:t>
    </dgm:pt>
    <dgm:pt modelId="{0C25A0F6-DE09-48DB-A2AF-056D31197E3A}">
      <dgm:prSet/>
      <dgm:spPr/>
      <dgm:t>
        <a:bodyPr/>
        <a:lstStyle/>
        <a:p>
          <a:r>
            <a:rPr lang="en-IN"/>
            <a:t>Business rule checks (domain-specific validations) </a:t>
          </a:r>
        </a:p>
      </dgm:t>
    </dgm:pt>
    <dgm:pt modelId="{321EC1DB-028E-471C-8475-E13195F40008}" type="parTrans" cxnId="{CE9FF228-22E2-4337-8D78-DE2F1E9FDDAB}">
      <dgm:prSet/>
      <dgm:spPr/>
      <dgm:t>
        <a:bodyPr/>
        <a:lstStyle/>
        <a:p>
          <a:endParaRPr lang="en-IN"/>
        </a:p>
      </dgm:t>
    </dgm:pt>
    <dgm:pt modelId="{3170CDCB-CD2C-4CFB-8203-F6768DAB716A}" type="sibTrans" cxnId="{CE9FF228-22E2-4337-8D78-DE2F1E9FDDAB}">
      <dgm:prSet/>
      <dgm:spPr/>
      <dgm:t>
        <a:bodyPr/>
        <a:lstStyle/>
        <a:p>
          <a:endParaRPr lang="en-IN"/>
        </a:p>
      </dgm:t>
    </dgm:pt>
    <dgm:pt modelId="{1C43B8A9-2377-4196-B11C-378BF9DDEBDE}">
      <dgm:prSet/>
      <dgm:spPr/>
      <dgm:t>
        <a:bodyPr/>
        <a:lstStyle/>
        <a:p>
          <a:r>
            <a:rPr lang="en-IN"/>
            <a:t>Schema drift detection </a:t>
          </a:r>
        </a:p>
      </dgm:t>
    </dgm:pt>
    <dgm:pt modelId="{8F433068-DCB5-4EA4-8A0D-F9137E074AE4}" type="parTrans" cxnId="{C841AA8F-2FA2-4B5D-8D5D-F3A13EA24ED5}">
      <dgm:prSet/>
      <dgm:spPr/>
      <dgm:t>
        <a:bodyPr/>
        <a:lstStyle/>
        <a:p>
          <a:endParaRPr lang="en-IN"/>
        </a:p>
      </dgm:t>
    </dgm:pt>
    <dgm:pt modelId="{CA89205D-17A9-47A7-8C1D-90ECE6326DE9}" type="sibTrans" cxnId="{C841AA8F-2FA2-4B5D-8D5D-F3A13EA24ED5}">
      <dgm:prSet/>
      <dgm:spPr/>
      <dgm:t>
        <a:bodyPr/>
        <a:lstStyle/>
        <a:p>
          <a:endParaRPr lang="en-IN"/>
        </a:p>
      </dgm:t>
    </dgm:pt>
    <dgm:pt modelId="{1FE1553B-FB6A-4D80-B092-7A94EBA60CCB}">
      <dgm:prSet/>
      <dgm:spPr/>
      <dgm:t>
        <a:bodyPr/>
        <a:lstStyle/>
        <a:p>
          <a:r>
            <a:rPr lang="en-IN"/>
            <a:t>Data quality scorecards &amp; trend tracking </a:t>
          </a:r>
        </a:p>
      </dgm:t>
    </dgm:pt>
    <dgm:pt modelId="{6E6EC646-D4D7-41BC-BE18-75BFB6B83603}" type="parTrans" cxnId="{DE07A413-5B53-4E96-AE26-14F49A8AC456}">
      <dgm:prSet/>
      <dgm:spPr/>
      <dgm:t>
        <a:bodyPr/>
        <a:lstStyle/>
        <a:p>
          <a:endParaRPr lang="en-IN"/>
        </a:p>
      </dgm:t>
    </dgm:pt>
    <dgm:pt modelId="{D49D86B0-623A-4B50-AE5E-CBFC87CE1A21}" type="sibTrans" cxnId="{DE07A413-5B53-4E96-AE26-14F49A8AC456}">
      <dgm:prSet/>
      <dgm:spPr/>
      <dgm:t>
        <a:bodyPr/>
        <a:lstStyle/>
        <a:p>
          <a:endParaRPr lang="en-IN"/>
        </a:p>
      </dgm:t>
    </dgm:pt>
    <dgm:pt modelId="{229D75CF-3547-460C-9453-733FEA677188}">
      <dgm:prSet phldrT="[Text]" phldr="0"/>
      <dgm:spPr/>
      <dgm:t>
        <a:bodyPr/>
        <a:lstStyle/>
        <a:p>
          <a:r>
            <a:rPr lang="en-IN"/>
            <a:t>Pipeline monitoring (failures, retries, SLA tracking) </a:t>
          </a:r>
        </a:p>
      </dgm:t>
    </dgm:pt>
    <dgm:pt modelId="{B5947C6A-8CB7-4D6A-BC38-DC2BC672CBA4}" type="parTrans" cxnId="{E9FE2697-B4BF-4D20-8BAA-8F9414BA262E}">
      <dgm:prSet/>
      <dgm:spPr/>
      <dgm:t>
        <a:bodyPr/>
        <a:lstStyle/>
        <a:p>
          <a:endParaRPr lang="en-IN"/>
        </a:p>
      </dgm:t>
    </dgm:pt>
    <dgm:pt modelId="{EB504025-D251-42C4-99BF-E860DE082F97}" type="sibTrans" cxnId="{E9FE2697-B4BF-4D20-8BAA-8F9414BA262E}">
      <dgm:prSet/>
      <dgm:spPr/>
      <dgm:t>
        <a:bodyPr/>
        <a:lstStyle/>
        <a:p>
          <a:endParaRPr lang="en-IN"/>
        </a:p>
      </dgm:t>
    </dgm:pt>
    <dgm:pt modelId="{4A3427B9-0C32-45AC-B8C6-9635D911CE99}">
      <dgm:prSet/>
      <dgm:spPr/>
      <dgm:t>
        <a:bodyPr/>
        <a:lstStyle/>
        <a:p>
          <a:r>
            <a:rPr lang="en-IN"/>
            <a:t>Data freshness &amp; latency tracking </a:t>
          </a:r>
        </a:p>
      </dgm:t>
    </dgm:pt>
    <dgm:pt modelId="{DBEF26F1-26D7-42EF-874F-E2B92DB05179}" type="parTrans" cxnId="{8B3A9E38-ECCD-453B-998D-0E1C82D0DEF7}">
      <dgm:prSet/>
      <dgm:spPr/>
      <dgm:t>
        <a:bodyPr/>
        <a:lstStyle/>
        <a:p>
          <a:endParaRPr lang="en-IN"/>
        </a:p>
      </dgm:t>
    </dgm:pt>
    <dgm:pt modelId="{DFB0F336-365C-4749-A9EA-CAF40154D00D}" type="sibTrans" cxnId="{8B3A9E38-ECCD-453B-998D-0E1C82D0DEF7}">
      <dgm:prSet/>
      <dgm:spPr/>
      <dgm:t>
        <a:bodyPr/>
        <a:lstStyle/>
        <a:p>
          <a:endParaRPr lang="en-IN"/>
        </a:p>
      </dgm:t>
    </dgm:pt>
    <dgm:pt modelId="{96CB67DC-2EAC-4DA0-9295-873078EC02E5}">
      <dgm:prSet/>
      <dgm:spPr/>
      <dgm:t>
        <a:bodyPr/>
        <a:lstStyle/>
        <a:p>
          <a:r>
            <a:rPr lang="en-IN"/>
            <a:t>Volume anomaly detection (spikes/drops) </a:t>
          </a:r>
        </a:p>
      </dgm:t>
    </dgm:pt>
    <dgm:pt modelId="{FE6A387A-DDB1-47B2-A8E6-C498E9B006DD}" type="parTrans" cxnId="{8E73BFC6-7831-4DC7-A3A2-10E9FD8EE615}">
      <dgm:prSet/>
      <dgm:spPr/>
      <dgm:t>
        <a:bodyPr/>
        <a:lstStyle/>
        <a:p>
          <a:endParaRPr lang="en-IN"/>
        </a:p>
      </dgm:t>
    </dgm:pt>
    <dgm:pt modelId="{44BF5160-49AF-40C2-87BF-F23A0F736CD6}" type="sibTrans" cxnId="{8E73BFC6-7831-4DC7-A3A2-10E9FD8EE615}">
      <dgm:prSet/>
      <dgm:spPr/>
      <dgm:t>
        <a:bodyPr/>
        <a:lstStyle/>
        <a:p>
          <a:endParaRPr lang="en-IN"/>
        </a:p>
      </dgm:t>
    </dgm:pt>
    <dgm:pt modelId="{EA8C6065-7714-4323-B0FE-FCB473EA679B}">
      <dgm:prSet/>
      <dgm:spPr/>
      <dgm:t>
        <a:bodyPr/>
        <a:lstStyle/>
        <a:p>
          <a:r>
            <a:rPr lang="en-IN"/>
            <a:t>Root cause analysis across pipelines &amp; datasets </a:t>
          </a:r>
        </a:p>
      </dgm:t>
    </dgm:pt>
    <dgm:pt modelId="{DFEEEFAA-3098-4D6D-9A28-74F4B98F4233}" type="parTrans" cxnId="{59E15BC3-0DE8-4CF5-91B2-BD4190970E7A}">
      <dgm:prSet/>
      <dgm:spPr/>
      <dgm:t>
        <a:bodyPr/>
        <a:lstStyle/>
        <a:p>
          <a:endParaRPr lang="en-IN"/>
        </a:p>
      </dgm:t>
    </dgm:pt>
    <dgm:pt modelId="{71F585E4-CA22-446F-886A-7DB284A8F27C}" type="sibTrans" cxnId="{59E15BC3-0DE8-4CF5-91B2-BD4190970E7A}">
      <dgm:prSet/>
      <dgm:spPr/>
      <dgm:t>
        <a:bodyPr/>
        <a:lstStyle/>
        <a:p>
          <a:endParaRPr lang="en-IN"/>
        </a:p>
      </dgm:t>
    </dgm:pt>
    <dgm:pt modelId="{2713FFA0-592D-4268-B9F6-1483A955D1AE}" type="pres">
      <dgm:prSet presAssocID="{33B1F745-F913-4E92-ADBB-8CE2F5E1F140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36BB5B8E-109A-4CBF-B770-F0F4E725DDF3}" type="pres">
      <dgm:prSet presAssocID="{10E4D92A-43DF-4119-953D-2EA2AA48EA15}" presName="ParentComposite" presStyleCnt="0"/>
      <dgm:spPr/>
    </dgm:pt>
    <dgm:pt modelId="{E52C1E4B-78E8-443D-BF85-4D0AD96E3FBE}" type="pres">
      <dgm:prSet presAssocID="{10E4D92A-43DF-4119-953D-2EA2AA48EA15}" presName="Chord" presStyleLbl="bgShp" presStyleIdx="0" presStyleCnt="3"/>
      <dgm:spPr/>
    </dgm:pt>
    <dgm:pt modelId="{3D671E1B-EB3D-4B68-BCE1-ABEFA95C7122}" type="pres">
      <dgm:prSet presAssocID="{10E4D92A-43DF-4119-953D-2EA2AA48EA15}" presName="Pie" presStyleLbl="alignNode1" presStyleIdx="0" presStyleCnt="3"/>
      <dgm:spPr>
        <a:solidFill>
          <a:srgbClr val="FFC000"/>
        </a:solidFill>
        <a:ln>
          <a:solidFill>
            <a:srgbClr val="FFFF00"/>
          </a:solidFill>
        </a:ln>
      </dgm:spPr>
    </dgm:pt>
    <dgm:pt modelId="{80DFB4DA-2586-41AF-A0E1-E6A52A063251}" type="pres">
      <dgm:prSet presAssocID="{10E4D92A-43DF-4119-953D-2EA2AA48EA15}" presName="Parent" presStyleLbl="revTx" presStyleIdx="0" presStyleCnt="6">
        <dgm:presLayoutVars>
          <dgm:chMax val="1"/>
          <dgm:chPref val="1"/>
          <dgm:bulletEnabled val="1"/>
        </dgm:presLayoutVars>
      </dgm:prSet>
      <dgm:spPr/>
    </dgm:pt>
    <dgm:pt modelId="{86182A38-D0B0-4836-A6C9-39CFA8BD23BB}" type="pres">
      <dgm:prSet presAssocID="{06F86BDC-2802-433A-94EA-2F0C55DF4E4E}" presName="negSibTrans" presStyleCnt="0"/>
      <dgm:spPr/>
    </dgm:pt>
    <dgm:pt modelId="{377824F5-2214-4AD1-995E-215CA2C83BBE}" type="pres">
      <dgm:prSet presAssocID="{10E4D92A-43DF-4119-953D-2EA2AA48EA15}" presName="composite" presStyleCnt="0"/>
      <dgm:spPr/>
    </dgm:pt>
    <dgm:pt modelId="{90EDBA36-83CE-452A-88D0-810115D832B3}" type="pres">
      <dgm:prSet presAssocID="{10E4D92A-43DF-4119-953D-2EA2AA48EA15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874844D2-2984-430C-9F1B-99E3EBFD6B5B}" type="pres">
      <dgm:prSet presAssocID="{FAB39F9A-3CA6-499A-8F53-2AC8160DEFE4}" presName="sibTrans" presStyleCnt="0"/>
      <dgm:spPr/>
    </dgm:pt>
    <dgm:pt modelId="{1D72A0B7-316C-40C5-9C0E-ABFDC26432EE}" type="pres">
      <dgm:prSet presAssocID="{681699A5-C58D-4EE8-A757-CE479FA7DACC}" presName="ParentComposite" presStyleCnt="0"/>
      <dgm:spPr/>
    </dgm:pt>
    <dgm:pt modelId="{0F52CEC9-5DEA-44D9-981E-9B43CA198DF6}" type="pres">
      <dgm:prSet presAssocID="{681699A5-C58D-4EE8-A757-CE479FA7DACC}" presName="Chord" presStyleLbl="bgShp" presStyleIdx="1" presStyleCnt="3"/>
      <dgm:spPr/>
    </dgm:pt>
    <dgm:pt modelId="{D18503D5-5B7A-4F7F-B310-6377404DA5B4}" type="pres">
      <dgm:prSet presAssocID="{681699A5-C58D-4EE8-A757-CE479FA7DACC}" presName="Pie" presStyleLbl="alignNode1" presStyleIdx="1" presStyleCnt="3"/>
      <dgm:spPr>
        <a:solidFill>
          <a:srgbClr val="FFC000"/>
        </a:solidFill>
        <a:ln>
          <a:solidFill>
            <a:srgbClr val="FFFF00"/>
          </a:solidFill>
        </a:ln>
      </dgm:spPr>
    </dgm:pt>
    <dgm:pt modelId="{A70E8D63-E8DF-423A-9DC8-261C94DE48CB}" type="pres">
      <dgm:prSet presAssocID="{681699A5-C58D-4EE8-A757-CE479FA7DACC}" presName="Parent" presStyleLbl="revTx" presStyleIdx="2" presStyleCnt="6">
        <dgm:presLayoutVars>
          <dgm:chMax val="1"/>
          <dgm:chPref val="1"/>
          <dgm:bulletEnabled val="1"/>
        </dgm:presLayoutVars>
      </dgm:prSet>
      <dgm:spPr/>
    </dgm:pt>
    <dgm:pt modelId="{9DE871BD-BFA2-4F7E-A1F0-FD1F74FBE8BF}" type="pres">
      <dgm:prSet presAssocID="{F8ED83CE-021E-4FB4-B632-32A15EF16435}" presName="negSibTrans" presStyleCnt="0"/>
      <dgm:spPr/>
    </dgm:pt>
    <dgm:pt modelId="{37D34CC4-87C1-47AF-B3D8-CD251DC757A5}" type="pres">
      <dgm:prSet presAssocID="{681699A5-C58D-4EE8-A757-CE479FA7DACC}" presName="composite" presStyleCnt="0"/>
      <dgm:spPr/>
    </dgm:pt>
    <dgm:pt modelId="{D67E221B-A717-4644-810E-251462EF0D99}" type="pres">
      <dgm:prSet presAssocID="{681699A5-C58D-4EE8-A757-CE479FA7DACC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5750BB1A-9FAF-4AE3-9438-4829EB2DC041}" type="pres">
      <dgm:prSet presAssocID="{2CF29815-3913-4A7B-9DF2-C5269FE8AD32}" presName="sibTrans" presStyleCnt="0"/>
      <dgm:spPr/>
    </dgm:pt>
    <dgm:pt modelId="{06F877A4-9A98-47B1-9C59-0822D73C3D6F}" type="pres">
      <dgm:prSet presAssocID="{0A1507F8-DB4C-45BB-B269-A76C1D4130F6}" presName="ParentComposite" presStyleCnt="0"/>
      <dgm:spPr/>
    </dgm:pt>
    <dgm:pt modelId="{BE87FAC4-3057-433E-A03E-97A871951ADD}" type="pres">
      <dgm:prSet presAssocID="{0A1507F8-DB4C-45BB-B269-A76C1D4130F6}" presName="Chord" presStyleLbl="bgShp" presStyleIdx="2" presStyleCnt="3"/>
      <dgm:spPr/>
    </dgm:pt>
    <dgm:pt modelId="{A46C280A-A60E-4F87-8F76-4F209AB46CCB}" type="pres">
      <dgm:prSet presAssocID="{0A1507F8-DB4C-45BB-B269-A76C1D4130F6}" presName="Pie" presStyleLbl="alignNode1" presStyleIdx="2" presStyleCnt="3"/>
      <dgm:spPr>
        <a:solidFill>
          <a:srgbClr val="FFC000"/>
        </a:solidFill>
        <a:ln>
          <a:solidFill>
            <a:srgbClr val="FFFF00"/>
          </a:solidFill>
        </a:ln>
      </dgm:spPr>
    </dgm:pt>
    <dgm:pt modelId="{C68D3F3B-E4A1-4A61-A3E2-389A92981B23}" type="pres">
      <dgm:prSet presAssocID="{0A1507F8-DB4C-45BB-B269-A76C1D4130F6}" presName="Parent" presStyleLbl="revTx" presStyleIdx="4" presStyleCnt="6">
        <dgm:presLayoutVars>
          <dgm:chMax val="1"/>
          <dgm:chPref val="1"/>
          <dgm:bulletEnabled val="1"/>
        </dgm:presLayoutVars>
      </dgm:prSet>
      <dgm:spPr/>
    </dgm:pt>
    <dgm:pt modelId="{CCB036A6-2D10-4A95-96AC-E8E144DAD557}" type="pres">
      <dgm:prSet presAssocID="{EB504025-D251-42C4-99BF-E860DE082F97}" presName="negSibTrans" presStyleCnt="0"/>
      <dgm:spPr/>
    </dgm:pt>
    <dgm:pt modelId="{200D8254-FEB5-4803-89E2-19E6BE53AEF3}" type="pres">
      <dgm:prSet presAssocID="{0A1507F8-DB4C-45BB-B269-A76C1D4130F6}" presName="composite" presStyleCnt="0"/>
      <dgm:spPr/>
    </dgm:pt>
    <dgm:pt modelId="{39AAC7CE-6545-47B1-9E2F-6027B06DF1CF}" type="pres">
      <dgm:prSet presAssocID="{0A1507F8-DB4C-45BB-B269-A76C1D4130F6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AE33B502-60F8-4DEA-B75E-333AC20B5C55}" srcId="{33B1F745-F913-4E92-ADBB-8CE2F5E1F140}" destId="{681699A5-C58D-4EE8-A757-CE479FA7DACC}" srcOrd="1" destOrd="0" parTransId="{69733936-94D4-4D61-B9E0-7E24FC9F9B70}" sibTransId="{2CF29815-3913-4A7B-9DF2-C5269FE8AD32}"/>
    <dgm:cxn modelId="{627B0B13-8A07-42C2-B76A-AC7AE5E4D0DB}" type="presOf" srcId="{1C43B8A9-2377-4196-B11C-378BF9DDEBDE}" destId="{D67E221B-A717-4644-810E-251462EF0D99}" srcOrd="0" destOrd="2" presId="urn:microsoft.com/office/officeart/2009/3/layout/PieProcess"/>
    <dgm:cxn modelId="{DE07A413-5B53-4E96-AE26-14F49A8AC456}" srcId="{681699A5-C58D-4EE8-A757-CE479FA7DACC}" destId="{1FE1553B-FB6A-4D80-B092-7A94EBA60CCB}" srcOrd="3" destOrd="0" parTransId="{6E6EC646-D4D7-41BC-BE18-75BFB6B83603}" sibTransId="{D49D86B0-623A-4B50-AE5E-CBFC87CE1A21}"/>
    <dgm:cxn modelId="{3871AB1F-22A3-47E7-8C9B-D38ED26DBDA1}" type="presOf" srcId="{96CB67DC-2EAC-4DA0-9295-873078EC02E5}" destId="{39AAC7CE-6545-47B1-9E2F-6027B06DF1CF}" srcOrd="0" destOrd="2" presId="urn:microsoft.com/office/officeart/2009/3/layout/PieProcess"/>
    <dgm:cxn modelId="{72600522-BB1F-4108-8DF4-9FE32C7C78D9}" type="presOf" srcId="{681699A5-C58D-4EE8-A757-CE479FA7DACC}" destId="{A70E8D63-E8DF-423A-9DC8-261C94DE48CB}" srcOrd="0" destOrd="0" presId="urn:microsoft.com/office/officeart/2009/3/layout/PieProcess"/>
    <dgm:cxn modelId="{CE9FF228-22E2-4337-8D78-DE2F1E9FDDAB}" srcId="{681699A5-C58D-4EE8-A757-CE479FA7DACC}" destId="{0C25A0F6-DE09-48DB-A2AF-056D31197E3A}" srcOrd="1" destOrd="0" parTransId="{321EC1DB-028E-471C-8475-E13195F40008}" sibTransId="{3170CDCB-CD2C-4CFB-8203-F6768DAB716A}"/>
    <dgm:cxn modelId="{525DED2B-2A8D-432F-AA14-6EC33F0A6D94}" type="presOf" srcId="{4B35F295-9094-49DA-8310-CF031EBC506D}" destId="{90EDBA36-83CE-452A-88D0-810115D832B3}" srcOrd="0" destOrd="2" presId="urn:microsoft.com/office/officeart/2009/3/layout/PieProcess"/>
    <dgm:cxn modelId="{14643530-0A61-483B-8BA1-0E2EA8D06A6C}" srcId="{33B1F745-F913-4E92-ADBB-8CE2F5E1F140}" destId="{0A1507F8-DB4C-45BB-B269-A76C1D4130F6}" srcOrd="2" destOrd="0" parTransId="{DDC6C50F-24A2-44D7-BF18-FA4135051D89}" sibTransId="{2C25D6E5-1160-42DA-9D18-5360EB54A933}"/>
    <dgm:cxn modelId="{8B3A9E38-ECCD-453B-998D-0E1C82D0DEF7}" srcId="{0A1507F8-DB4C-45BB-B269-A76C1D4130F6}" destId="{4A3427B9-0C32-45AC-B8C6-9635D911CE99}" srcOrd="1" destOrd="0" parTransId="{DBEF26F1-26D7-42EF-874F-E2B92DB05179}" sibTransId="{DFB0F336-365C-4749-A9EA-CAF40154D00D}"/>
    <dgm:cxn modelId="{D159095F-B99A-4737-8A60-9DD0D59167D8}" srcId="{10E4D92A-43DF-4119-953D-2EA2AA48EA15}" destId="{72AA75D7-3F31-4BD0-B884-3F0418C6D7DA}" srcOrd="1" destOrd="0" parTransId="{AE4A968E-F74A-437E-90BC-28C321828612}" sibTransId="{D7EB75D1-76B3-4B7A-AC56-911D2FFCE697}"/>
    <dgm:cxn modelId="{B1552641-180C-4C1B-A55E-94C32E5FA3F6}" type="presOf" srcId="{72AA75D7-3F31-4BD0-B884-3F0418C6D7DA}" destId="{90EDBA36-83CE-452A-88D0-810115D832B3}" srcOrd="0" destOrd="1" presId="urn:microsoft.com/office/officeart/2009/3/layout/PieProcess"/>
    <dgm:cxn modelId="{D75D8C62-076A-4432-8693-E1B391AF1F9E}" srcId="{33B1F745-F913-4E92-ADBB-8CE2F5E1F140}" destId="{10E4D92A-43DF-4119-953D-2EA2AA48EA15}" srcOrd="0" destOrd="0" parTransId="{14EE7A1C-0A8D-4452-A89F-04A1C89DD4D2}" sibTransId="{FAB39F9A-3CA6-499A-8F53-2AC8160DEFE4}"/>
    <dgm:cxn modelId="{31138B65-9FA1-434F-AE2C-EA717700DFBF}" type="presOf" srcId="{10E4D92A-43DF-4119-953D-2EA2AA48EA15}" destId="{80DFB4DA-2586-41AF-A0E1-E6A52A063251}" srcOrd="0" destOrd="0" presId="urn:microsoft.com/office/officeart/2009/3/layout/PieProcess"/>
    <dgm:cxn modelId="{8F33E265-9F04-41DE-BF2E-090A62949F6D}" type="presOf" srcId="{4A3427B9-0C32-45AC-B8C6-9635D911CE99}" destId="{39AAC7CE-6545-47B1-9E2F-6027B06DF1CF}" srcOrd="0" destOrd="1" presId="urn:microsoft.com/office/officeart/2009/3/layout/PieProcess"/>
    <dgm:cxn modelId="{00D8846B-F5DA-4A92-ACA1-AF00AF390D94}" type="presOf" srcId="{33B1F745-F913-4E92-ADBB-8CE2F5E1F140}" destId="{2713FFA0-592D-4268-B9F6-1483A955D1AE}" srcOrd="0" destOrd="0" presId="urn:microsoft.com/office/officeart/2009/3/layout/PieProcess"/>
    <dgm:cxn modelId="{1532EE6B-43DB-4625-A101-172592C46818}" type="presOf" srcId="{0620BF88-3F6F-48FC-9394-F30803F3FC4C}" destId="{90EDBA36-83CE-452A-88D0-810115D832B3}" srcOrd="0" destOrd="3" presId="urn:microsoft.com/office/officeart/2009/3/layout/PieProcess"/>
    <dgm:cxn modelId="{AF08EB4C-5B2C-4F30-BBDE-2FEA72629AD4}" type="presOf" srcId="{1FE1553B-FB6A-4D80-B092-7A94EBA60CCB}" destId="{D67E221B-A717-4644-810E-251462EF0D99}" srcOrd="0" destOrd="3" presId="urn:microsoft.com/office/officeart/2009/3/layout/PieProcess"/>
    <dgm:cxn modelId="{33AF6574-C1BA-4C70-9FDE-98F08D096BDC}" srcId="{10E4D92A-43DF-4119-953D-2EA2AA48EA15}" destId="{2758A89D-5B51-4565-9D9F-E5CEB60FAD86}" srcOrd="0" destOrd="0" parTransId="{014357F5-6A70-40D1-A9C6-DB563A05A00F}" sibTransId="{06F86BDC-2802-433A-94EA-2F0C55DF4E4E}"/>
    <dgm:cxn modelId="{E695EA55-C793-4D31-9594-E4DBF596495B}" srcId="{681699A5-C58D-4EE8-A757-CE479FA7DACC}" destId="{0D8987D9-8B35-41D6-845D-CACB0A34DD2F}" srcOrd="0" destOrd="0" parTransId="{88701127-9454-4EBC-97F0-FBE99996BDBF}" sibTransId="{F8ED83CE-021E-4FB4-B632-32A15EF16435}"/>
    <dgm:cxn modelId="{B265D07C-916A-49AD-A364-BC41AD38E5CE}" srcId="{10E4D92A-43DF-4119-953D-2EA2AA48EA15}" destId="{4B35F295-9094-49DA-8310-CF031EBC506D}" srcOrd="2" destOrd="0" parTransId="{F18D068E-2331-4457-8EC9-92A226ACBC63}" sibTransId="{2A6ACC61-A495-48B4-8C62-7D487E12C2F2}"/>
    <dgm:cxn modelId="{C841AA8F-2FA2-4B5D-8D5D-F3A13EA24ED5}" srcId="{681699A5-C58D-4EE8-A757-CE479FA7DACC}" destId="{1C43B8A9-2377-4196-B11C-378BF9DDEBDE}" srcOrd="2" destOrd="0" parTransId="{8F433068-DCB5-4EA4-8A0D-F9137E074AE4}" sibTransId="{CA89205D-17A9-47A7-8C1D-90ECE6326DE9}"/>
    <dgm:cxn modelId="{E9FE2697-B4BF-4D20-8BAA-8F9414BA262E}" srcId="{0A1507F8-DB4C-45BB-B269-A76C1D4130F6}" destId="{229D75CF-3547-460C-9453-733FEA677188}" srcOrd="0" destOrd="0" parTransId="{B5947C6A-8CB7-4D6A-BC38-DC2BC672CBA4}" sibTransId="{EB504025-D251-42C4-99BF-E860DE082F97}"/>
    <dgm:cxn modelId="{47D7A49F-E563-498D-B6B6-03A9D3CCBA50}" type="presOf" srcId="{0A1507F8-DB4C-45BB-B269-A76C1D4130F6}" destId="{C68D3F3B-E4A1-4A61-A3E2-389A92981B23}" srcOrd="0" destOrd="0" presId="urn:microsoft.com/office/officeart/2009/3/layout/PieProcess"/>
    <dgm:cxn modelId="{50CDC3A2-6780-4F0B-A323-8EAA01BFC600}" type="presOf" srcId="{2758A89D-5B51-4565-9D9F-E5CEB60FAD86}" destId="{90EDBA36-83CE-452A-88D0-810115D832B3}" srcOrd="0" destOrd="0" presId="urn:microsoft.com/office/officeart/2009/3/layout/PieProcess"/>
    <dgm:cxn modelId="{933261A3-D936-4011-8740-9C374F93D5CB}" type="presOf" srcId="{229D75CF-3547-460C-9453-733FEA677188}" destId="{39AAC7CE-6545-47B1-9E2F-6027B06DF1CF}" srcOrd="0" destOrd="0" presId="urn:microsoft.com/office/officeart/2009/3/layout/PieProcess"/>
    <dgm:cxn modelId="{1C18C8AE-4931-48E6-9CF5-C2CBB340FBE6}" type="presOf" srcId="{0D8987D9-8B35-41D6-845D-CACB0A34DD2F}" destId="{D67E221B-A717-4644-810E-251462EF0D99}" srcOrd="0" destOrd="0" presId="urn:microsoft.com/office/officeart/2009/3/layout/PieProcess"/>
    <dgm:cxn modelId="{989698B4-31B7-431C-8C4B-1A4423735CBF}" type="presOf" srcId="{EA8C6065-7714-4323-B0FE-FCB473EA679B}" destId="{39AAC7CE-6545-47B1-9E2F-6027B06DF1CF}" srcOrd="0" destOrd="3" presId="urn:microsoft.com/office/officeart/2009/3/layout/PieProcess"/>
    <dgm:cxn modelId="{59E15BC3-0DE8-4CF5-91B2-BD4190970E7A}" srcId="{0A1507F8-DB4C-45BB-B269-A76C1D4130F6}" destId="{EA8C6065-7714-4323-B0FE-FCB473EA679B}" srcOrd="3" destOrd="0" parTransId="{DFEEEFAA-3098-4D6D-9A28-74F4B98F4233}" sibTransId="{71F585E4-CA22-446F-886A-7DB284A8F27C}"/>
    <dgm:cxn modelId="{8E73BFC6-7831-4DC7-A3A2-10E9FD8EE615}" srcId="{0A1507F8-DB4C-45BB-B269-A76C1D4130F6}" destId="{96CB67DC-2EAC-4DA0-9295-873078EC02E5}" srcOrd="2" destOrd="0" parTransId="{FE6A387A-DDB1-47B2-A8E6-C498E9B006DD}" sibTransId="{44BF5160-49AF-40C2-87BF-F23A0F736CD6}"/>
    <dgm:cxn modelId="{8299C5DD-61B8-4A5D-9041-9CF7A6E38A39}" srcId="{10E4D92A-43DF-4119-953D-2EA2AA48EA15}" destId="{0620BF88-3F6F-48FC-9394-F30803F3FC4C}" srcOrd="3" destOrd="0" parTransId="{7C3FC44F-6CF4-428E-A5DD-E9D2687EE098}" sibTransId="{DB312921-C64E-4266-8F43-6D327C145ED2}"/>
    <dgm:cxn modelId="{031E17E3-E86C-4E1F-BF1D-A34D9CB95265}" type="presOf" srcId="{0C25A0F6-DE09-48DB-A2AF-056D31197E3A}" destId="{D67E221B-A717-4644-810E-251462EF0D99}" srcOrd="0" destOrd="1" presId="urn:microsoft.com/office/officeart/2009/3/layout/PieProcess"/>
    <dgm:cxn modelId="{58B7A9DC-269E-4399-94BB-CA993E07A217}" type="presParOf" srcId="{2713FFA0-592D-4268-B9F6-1483A955D1AE}" destId="{36BB5B8E-109A-4CBF-B770-F0F4E725DDF3}" srcOrd="0" destOrd="0" presId="urn:microsoft.com/office/officeart/2009/3/layout/PieProcess"/>
    <dgm:cxn modelId="{281219AF-A9BD-4BC8-97FC-584520BCC492}" type="presParOf" srcId="{36BB5B8E-109A-4CBF-B770-F0F4E725DDF3}" destId="{E52C1E4B-78E8-443D-BF85-4D0AD96E3FBE}" srcOrd="0" destOrd="0" presId="urn:microsoft.com/office/officeart/2009/3/layout/PieProcess"/>
    <dgm:cxn modelId="{ED462DF3-D699-4876-A29A-74C371A2B098}" type="presParOf" srcId="{36BB5B8E-109A-4CBF-B770-F0F4E725DDF3}" destId="{3D671E1B-EB3D-4B68-BCE1-ABEFA95C7122}" srcOrd="1" destOrd="0" presId="urn:microsoft.com/office/officeart/2009/3/layout/PieProcess"/>
    <dgm:cxn modelId="{06651AEB-B901-48D9-811B-D1C725653B37}" type="presParOf" srcId="{36BB5B8E-109A-4CBF-B770-F0F4E725DDF3}" destId="{80DFB4DA-2586-41AF-A0E1-E6A52A063251}" srcOrd="2" destOrd="0" presId="urn:microsoft.com/office/officeart/2009/3/layout/PieProcess"/>
    <dgm:cxn modelId="{65BBC50F-C2C6-47DB-B901-BC9F29B1B5FC}" type="presParOf" srcId="{2713FFA0-592D-4268-B9F6-1483A955D1AE}" destId="{86182A38-D0B0-4836-A6C9-39CFA8BD23BB}" srcOrd="1" destOrd="0" presId="urn:microsoft.com/office/officeart/2009/3/layout/PieProcess"/>
    <dgm:cxn modelId="{09003F40-0984-4515-89C0-E79DE47210AC}" type="presParOf" srcId="{2713FFA0-592D-4268-B9F6-1483A955D1AE}" destId="{377824F5-2214-4AD1-995E-215CA2C83BBE}" srcOrd="2" destOrd="0" presId="urn:microsoft.com/office/officeart/2009/3/layout/PieProcess"/>
    <dgm:cxn modelId="{03F00725-1549-4A67-B1C6-28E6B96C4A9D}" type="presParOf" srcId="{377824F5-2214-4AD1-995E-215CA2C83BBE}" destId="{90EDBA36-83CE-452A-88D0-810115D832B3}" srcOrd="0" destOrd="0" presId="urn:microsoft.com/office/officeart/2009/3/layout/PieProcess"/>
    <dgm:cxn modelId="{C3E2B65E-E9CA-4255-B3B3-41688E8E3718}" type="presParOf" srcId="{2713FFA0-592D-4268-B9F6-1483A955D1AE}" destId="{874844D2-2984-430C-9F1B-99E3EBFD6B5B}" srcOrd="3" destOrd="0" presId="urn:microsoft.com/office/officeart/2009/3/layout/PieProcess"/>
    <dgm:cxn modelId="{94692C14-7297-4119-8C89-CFE18EA7B738}" type="presParOf" srcId="{2713FFA0-592D-4268-B9F6-1483A955D1AE}" destId="{1D72A0B7-316C-40C5-9C0E-ABFDC26432EE}" srcOrd="4" destOrd="0" presId="urn:microsoft.com/office/officeart/2009/3/layout/PieProcess"/>
    <dgm:cxn modelId="{34B3405E-8664-44F0-9CA8-BC10310FB0C8}" type="presParOf" srcId="{1D72A0B7-316C-40C5-9C0E-ABFDC26432EE}" destId="{0F52CEC9-5DEA-44D9-981E-9B43CA198DF6}" srcOrd="0" destOrd="0" presId="urn:microsoft.com/office/officeart/2009/3/layout/PieProcess"/>
    <dgm:cxn modelId="{B45B33D5-5A1E-4D05-8D49-5C42763DC7D6}" type="presParOf" srcId="{1D72A0B7-316C-40C5-9C0E-ABFDC26432EE}" destId="{D18503D5-5B7A-4F7F-B310-6377404DA5B4}" srcOrd="1" destOrd="0" presId="urn:microsoft.com/office/officeart/2009/3/layout/PieProcess"/>
    <dgm:cxn modelId="{50386BC4-D877-4BFF-8469-78DF8B281D92}" type="presParOf" srcId="{1D72A0B7-316C-40C5-9C0E-ABFDC26432EE}" destId="{A70E8D63-E8DF-423A-9DC8-261C94DE48CB}" srcOrd="2" destOrd="0" presId="urn:microsoft.com/office/officeart/2009/3/layout/PieProcess"/>
    <dgm:cxn modelId="{81099996-A416-41E1-977B-83319789B80A}" type="presParOf" srcId="{2713FFA0-592D-4268-B9F6-1483A955D1AE}" destId="{9DE871BD-BFA2-4F7E-A1F0-FD1F74FBE8BF}" srcOrd="5" destOrd="0" presId="urn:microsoft.com/office/officeart/2009/3/layout/PieProcess"/>
    <dgm:cxn modelId="{B9BBA793-6B27-48E4-AA58-3DE26870681D}" type="presParOf" srcId="{2713FFA0-592D-4268-B9F6-1483A955D1AE}" destId="{37D34CC4-87C1-47AF-B3D8-CD251DC757A5}" srcOrd="6" destOrd="0" presId="urn:microsoft.com/office/officeart/2009/3/layout/PieProcess"/>
    <dgm:cxn modelId="{D5675A3F-92C4-49AB-8FF7-76C77D1409E1}" type="presParOf" srcId="{37D34CC4-87C1-47AF-B3D8-CD251DC757A5}" destId="{D67E221B-A717-4644-810E-251462EF0D99}" srcOrd="0" destOrd="0" presId="urn:microsoft.com/office/officeart/2009/3/layout/PieProcess"/>
    <dgm:cxn modelId="{BF9CD405-A94F-4EDD-B433-02CA9AE5D0E5}" type="presParOf" srcId="{2713FFA0-592D-4268-B9F6-1483A955D1AE}" destId="{5750BB1A-9FAF-4AE3-9438-4829EB2DC041}" srcOrd="7" destOrd="0" presId="urn:microsoft.com/office/officeart/2009/3/layout/PieProcess"/>
    <dgm:cxn modelId="{BDAD270E-2D09-498A-8029-34360A1EFD95}" type="presParOf" srcId="{2713FFA0-592D-4268-B9F6-1483A955D1AE}" destId="{06F877A4-9A98-47B1-9C59-0822D73C3D6F}" srcOrd="8" destOrd="0" presId="urn:microsoft.com/office/officeart/2009/3/layout/PieProcess"/>
    <dgm:cxn modelId="{02B82F12-6881-4CD0-A6FA-1BE60CD9C477}" type="presParOf" srcId="{06F877A4-9A98-47B1-9C59-0822D73C3D6F}" destId="{BE87FAC4-3057-433E-A03E-97A871951ADD}" srcOrd="0" destOrd="0" presId="urn:microsoft.com/office/officeart/2009/3/layout/PieProcess"/>
    <dgm:cxn modelId="{52679299-94F9-4593-B344-B5FFDCA161CF}" type="presParOf" srcId="{06F877A4-9A98-47B1-9C59-0822D73C3D6F}" destId="{A46C280A-A60E-4F87-8F76-4F209AB46CCB}" srcOrd="1" destOrd="0" presId="urn:microsoft.com/office/officeart/2009/3/layout/PieProcess"/>
    <dgm:cxn modelId="{332749C4-3CAF-4E49-80EF-AE3A1C2F4242}" type="presParOf" srcId="{06F877A4-9A98-47B1-9C59-0822D73C3D6F}" destId="{C68D3F3B-E4A1-4A61-A3E2-389A92981B23}" srcOrd="2" destOrd="0" presId="urn:microsoft.com/office/officeart/2009/3/layout/PieProcess"/>
    <dgm:cxn modelId="{1876B37A-7124-4352-9546-669886AF9B9C}" type="presParOf" srcId="{2713FFA0-592D-4268-B9F6-1483A955D1AE}" destId="{CCB036A6-2D10-4A95-96AC-E8E144DAD557}" srcOrd="9" destOrd="0" presId="urn:microsoft.com/office/officeart/2009/3/layout/PieProcess"/>
    <dgm:cxn modelId="{CEC9E28E-DE24-4833-91D7-99F6498F16B9}" type="presParOf" srcId="{2713FFA0-592D-4268-B9F6-1483A955D1AE}" destId="{200D8254-FEB5-4803-89E2-19E6BE53AEF3}" srcOrd="10" destOrd="0" presId="urn:microsoft.com/office/officeart/2009/3/layout/PieProcess"/>
    <dgm:cxn modelId="{66183A17-1001-44E7-928F-35F777C8A502}" type="presParOf" srcId="{200D8254-FEB5-4803-89E2-19E6BE53AEF3}" destId="{39AAC7CE-6545-47B1-9E2F-6027B06DF1CF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76206-B407-4B3F-9E47-393A472DC3D6}">
      <dsp:nvSpPr>
        <dsp:cNvPr id="0" name=""/>
        <dsp:cNvSpPr/>
      </dsp:nvSpPr>
      <dsp:spPr>
        <a:xfrm>
          <a:off x="10087" y="1122683"/>
          <a:ext cx="1625455" cy="812727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AI-Powered Data Development</a:t>
          </a:r>
          <a:endParaRPr lang="en-IN" sz="1700" kern="1200"/>
        </a:p>
      </dsp:txBody>
      <dsp:txXfrm>
        <a:off x="33891" y="1146487"/>
        <a:ext cx="1577847" cy="765119"/>
      </dsp:txXfrm>
    </dsp:sp>
    <dsp:sp modelId="{2B82CEE0-9210-492C-920C-FD6A269D44EC}">
      <dsp:nvSpPr>
        <dsp:cNvPr id="0" name=""/>
        <dsp:cNvSpPr/>
      </dsp:nvSpPr>
      <dsp:spPr>
        <a:xfrm>
          <a:off x="172632" y="1935410"/>
          <a:ext cx="162545" cy="609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9545"/>
              </a:lnTo>
              <a:lnTo>
                <a:pt x="162545" y="60954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79F343-43E6-4EDC-8987-45217C15178A}">
      <dsp:nvSpPr>
        <dsp:cNvPr id="0" name=""/>
        <dsp:cNvSpPr/>
      </dsp:nvSpPr>
      <dsp:spPr>
        <a:xfrm>
          <a:off x="335178" y="2138592"/>
          <a:ext cx="1300364" cy="812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Convert business intent → SQL / pipelines using rich context </a:t>
          </a:r>
        </a:p>
      </dsp:txBody>
      <dsp:txXfrm>
        <a:off x="358982" y="2162396"/>
        <a:ext cx="1252756" cy="765119"/>
      </dsp:txXfrm>
    </dsp:sp>
    <dsp:sp modelId="{1131F305-1CE5-44F9-8585-F29C64711F84}">
      <dsp:nvSpPr>
        <dsp:cNvPr id="0" name=""/>
        <dsp:cNvSpPr/>
      </dsp:nvSpPr>
      <dsp:spPr>
        <a:xfrm>
          <a:off x="172632" y="1935410"/>
          <a:ext cx="162545" cy="1625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5455"/>
              </a:lnTo>
              <a:lnTo>
                <a:pt x="162545" y="16254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710563-2964-4E58-8E21-25A7FB91DFFD}">
      <dsp:nvSpPr>
        <dsp:cNvPr id="0" name=""/>
        <dsp:cNvSpPr/>
      </dsp:nvSpPr>
      <dsp:spPr>
        <a:xfrm>
          <a:off x="335178" y="3154502"/>
          <a:ext cx="1300364" cy="812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Auto-suggest transformations based on historical patterns </a:t>
          </a:r>
        </a:p>
      </dsp:txBody>
      <dsp:txXfrm>
        <a:off x="358982" y="3178306"/>
        <a:ext cx="1252756" cy="765119"/>
      </dsp:txXfrm>
    </dsp:sp>
    <dsp:sp modelId="{A32B322F-B2A4-45DD-A8E6-A27A8334FE28}">
      <dsp:nvSpPr>
        <dsp:cNvPr id="0" name=""/>
        <dsp:cNvSpPr/>
      </dsp:nvSpPr>
      <dsp:spPr>
        <a:xfrm>
          <a:off x="2041905" y="1122683"/>
          <a:ext cx="1625455" cy="812727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Intelligent Impact Analysis</a:t>
          </a:r>
          <a:endParaRPr lang="en-IN" sz="1700" kern="1200"/>
        </a:p>
      </dsp:txBody>
      <dsp:txXfrm>
        <a:off x="2065709" y="1146487"/>
        <a:ext cx="1577847" cy="765119"/>
      </dsp:txXfrm>
    </dsp:sp>
    <dsp:sp modelId="{7B5161F2-8F34-4B70-ACD0-673B931C1422}">
      <dsp:nvSpPr>
        <dsp:cNvPr id="0" name=""/>
        <dsp:cNvSpPr/>
      </dsp:nvSpPr>
      <dsp:spPr>
        <a:xfrm>
          <a:off x="2204451" y="1935410"/>
          <a:ext cx="162545" cy="609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9545"/>
              </a:lnTo>
              <a:lnTo>
                <a:pt x="162545" y="60954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DEC9CC-C743-4A47-8638-7BA3A93CAEFE}">
      <dsp:nvSpPr>
        <dsp:cNvPr id="0" name=""/>
        <dsp:cNvSpPr/>
      </dsp:nvSpPr>
      <dsp:spPr>
        <a:xfrm>
          <a:off x="2366996" y="2138592"/>
          <a:ext cx="1300364" cy="812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Predict downstream impact before changes </a:t>
          </a:r>
        </a:p>
      </dsp:txBody>
      <dsp:txXfrm>
        <a:off x="2390800" y="2162396"/>
        <a:ext cx="1252756" cy="765119"/>
      </dsp:txXfrm>
    </dsp:sp>
    <dsp:sp modelId="{5E97EBA4-3693-49F9-B80E-331F5A3B3B61}">
      <dsp:nvSpPr>
        <dsp:cNvPr id="0" name=""/>
        <dsp:cNvSpPr/>
      </dsp:nvSpPr>
      <dsp:spPr>
        <a:xfrm>
          <a:off x="2204451" y="1935410"/>
          <a:ext cx="162545" cy="1625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5455"/>
              </a:lnTo>
              <a:lnTo>
                <a:pt x="162545" y="16254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AD8010-0791-4C90-B33F-48B43D1257AD}">
      <dsp:nvSpPr>
        <dsp:cNvPr id="0" name=""/>
        <dsp:cNvSpPr/>
      </dsp:nvSpPr>
      <dsp:spPr>
        <a:xfrm>
          <a:off x="2366996" y="3154502"/>
          <a:ext cx="1300364" cy="812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Safer releases with proactive risk detection </a:t>
          </a:r>
        </a:p>
      </dsp:txBody>
      <dsp:txXfrm>
        <a:off x="2390800" y="3178306"/>
        <a:ext cx="1252756" cy="765119"/>
      </dsp:txXfrm>
    </dsp:sp>
    <dsp:sp modelId="{8B8A4CF2-3E11-4B58-B790-475E5CB1578C}">
      <dsp:nvSpPr>
        <dsp:cNvPr id="0" name=""/>
        <dsp:cNvSpPr/>
      </dsp:nvSpPr>
      <dsp:spPr>
        <a:xfrm>
          <a:off x="4073724" y="1122683"/>
          <a:ext cx="1625455" cy="812727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Self-Service Analytics</a:t>
          </a:r>
          <a:endParaRPr lang="en-IN" sz="1700" kern="1200"/>
        </a:p>
      </dsp:txBody>
      <dsp:txXfrm>
        <a:off x="4097528" y="1146487"/>
        <a:ext cx="1577847" cy="765119"/>
      </dsp:txXfrm>
    </dsp:sp>
    <dsp:sp modelId="{84BABE6F-016E-40DD-973E-723C293B77A6}">
      <dsp:nvSpPr>
        <dsp:cNvPr id="0" name=""/>
        <dsp:cNvSpPr/>
      </dsp:nvSpPr>
      <dsp:spPr>
        <a:xfrm>
          <a:off x="4236270" y="1935410"/>
          <a:ext cx="162545" cy="609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9545"/>
              </a:lnTo>
              <a:lnTo>
                <a:pt x="162545" y="60954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21C848-3F1D-48B4-A05E-2EB582D014AB}">
      <dsp:nvSpPr>
        <dsp:cNvPr id="0" name=""/>
        <dsp:cNvSpPr/>
      </dsp:nvSpPr>
      <dsp:spPr>
        <a:xfrm>
          <a:off x="4398815" y="2138592"/>
          <a:ext cx="1300364" cy="812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Business users explore data using </a:t>
          </a:r>
          <a:r>
            <a:rPr lang="en-IN" sz="1100" b="1" kern="1200"/>
            <a:t>natural language</a:t>
          </a:r>
          <a:r>
            <a:rPr lang="en-IN" sz="1100" kern="1200"/>
            <a:t> </a:t>
          </a:r>
        </a:p>
      </dsp:txBody>
      <dsp:txXfrm>
        <a:off x="4422619" y="2162396"/>
        <a:ext cx="1252756" cy="765119"/>
      </dsp:txXfrm>
    </dsp:sp>
    <dsp:sp modelId="{41954282-142C-4D1E-8FF4-A8E453990B07}">
      <dsp:nvSpPr>
        <dsp:cNvPr id="0" name=""/>
        <dsp:cNvSpPr/>
      </dsp:nvSpPr>
      <dsp:spPr>
        <a:xfrm>
          <a:off x="4236270" y="1935410"/>
          <a:ext cx="162545" cy="1625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5455"/>
              </a:lnTo>
              <a:lnTo>
                <a:pt x="162545" y="16254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44F965-4802-4C35-A664-A95ADFD62276}">
      <dsp:nvSpPr>
        <dsp:cNvPr id="0" name=""/>
        <dsp:cNvSpPr/>
      </dsp:nvSpPr>
      <dsp:spPr>
        <a:xfrm>
          <a:off x="4398815" y="3154502"/>
          <a:ext cx="1300364" cy="812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Context-driven recommendations for datasets &amp; dashboards </a:t>
          </a:r>
        </a:p>
      </dsp:txBody>
      <dsp:txXfrm>
        <a:off x="4422619" y="3178306"/>
        <a:ext cx="1252756" cy="765119"/>
      </dsp:txXfrm>
    </dsp:sp>
    <dsp:sp modelId="{5ABCCFC1-5275-4F73-B9BE-02EE9A4668ED}">
      <dsp:nvSpPr>
        <dsp:cNvPr id="0" name=""/>
        <dsp:cNvSpPr/>
      </dsp:nvSpPr>
      <dsp:spPr>
        <a:xfrm>
          <a:off x="6105543" y="1122683"/>
          <a:ext cx="1625455" cy="812727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Automated Data Quality &amp; Governance</a:t>
          </a:r>
          <a:endParaRPr lang="en-IN" sz="1700" kern="1200"/>
        </a:p>
      </dsp:txBody>
      <dsp:txXfrm>
        <a:off x="6129347" y="1146487"/>
        <a:ext cx="1577847" cy="765119"/>
      </dsp:txXfrm>
    </dsp:sp>
    <dsp:sp modelId="{EEEFA6F4-7448-4A48-93FE-DFBE9957CE7F}">
      <dsp:nvSpPr>
        <dsp:cNvPr id="0" name=""/>
        <dsp:cNvSpPr/>
      </dsp:nvSpPr>
      <dsp:spPr>
        <a:xfrm>
          <a:off x="6268088" y="1935410"/>
          <a:ext cx="162545" cy="609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9545"/>
              </a:lnTo>
              <a:lnTo>
                <a:pt x="162545" y="60954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F41E4C-925D-4EC0-A624-B10A1D6D4D3D}">
      <dsp:nvSpPr>
        <dsp:cNvPr id="0" name=""/>
        <dsp:cNvSpPr/>
      </dsp:nvSpPr>
      <dsp:spPr>
        <a:xfrm>
          <a:off x="6430634" y="2138592"/>
          <a:ext cx="1300364" cy="812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Auto-generate DQ rules from historical data behaviour </a:t>
          </a:r>
        </a:p>
      </dsp:txBody>
      <dsp:txXfrm>
        <a:off x="6454438" y="2162396"/>
        <a:ext cx="1252756" cy="765119"/>
      </dsp:txXfrm>
    </dsp:sp>
    <dsp:sp modelId="{865A1648-FED0-40F6-8311-D2CC8ACFFC34}">
      <dsp:nvSpPr>
        <dsp:cNvPr id="0" name=""/>
        <dsp:cNvSpPr/>
      </dsp:nvSpPr>
      <dsp:spPr>
        <a:xfrm>
          <a:off x="6268088" y="1935410"/>
          <a:ext cx="162545" cy="1625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5455"/>
              </a:lnTo>
              <a:lnTo>
                <a:pt x="162545" y="16254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708739-CA68-4962-A1F6-1A1F8C666B05}">
      <dsp:nvSpPr>
        <dsp:cNvPr id="0" name=""/>
        <dsp:cNvSpPr/>
      </dsp:nvSpPr>
      <dsp:spPr>
        <a:xfrm>
          <a:off x="6430634" y="3154502"/>
          <a:ext cx="1300364" cy="812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Enforce policies using lineage + usage insights </a:t>
          </a:r>
        </a:p>
      </dsp:txBody>
      <dsp:txXfrm>
        <a:off x="6454438" y="3178306"/>
        <a:ext cx="1252756" cy="765119"/>
      </dsp:txXfrm>
    </dsp:sp>
    <dsp:sp modelId="{03F4E34E-4422-4915-9FFA-C9AD52D173BD}">
      <dsp:nvSpPr>
        <dsp:cNvPr id="0" name=""/>
        <dsp:cNvSpPr/>
      </dsp:nvSpPr>
      <dsp:spPr>
        <a:xfrm>
          <a:off x="8137362" y="1122683"/>
          <a:ext cx="1625455" cy="812727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Smart Observability &amp; RCA</a:t>
          </a:r>
          <a:endParaRPr lang="en-IN" sz="1700" kern="1200"/>
        </a:p>
      </dsp:txBody>
      <dsp:txXfrm>
        <a:off x="8161166" y="1146487"/>
        <a:ext cx="1577847" cy="765119"/>
      </dsp:txXfrm>
    </dsp:sp>
    <dsp:sp modelId="{41B2CDA0-2D7A-4B1C-A600-8A7D5B1D1E2D}">
      <dsp:nvSpPr>
        <dsp:cNvPr id="0" name=""/>
        <dsp:cNvSpPr/>
      </dsp:nvSpPr>
      <dsp:spPr>
        <a:xfrm>
          <a:off x="8299907" y="1935410"/>
          <a:ext cx="162545" cy="609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9545"/>
              </a:lnTo>
              <a:lnTo>
                <a:pt x="162545" y="60954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9CA761-C472-4381-BA46-4F414EFA46CF}">
      <dsp:nvSpPr>
        <dsp:cNvPr id="0" name=""/>
        <dsp:cNvSpPr/>
      </dsp:nvSpPr>
      <dsp:spPr>
        <a:xfrm>
          <a:off x="8462453" y="2138592"/>
          <a:ext cx="1300364" cy="812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AI-driven anomaly detection </a:t>
          </a:r>
        </a:p>
      </dsp:txBody>
      <dsp:txXfrm>
        <a:off x="8486257" y="2162396"/>
        <a:ext cx="1252756" cy="765119"/>
      </dsp:txXfrm>
    </dsp:sp>
    <dsp:sp modelId="{D4EBDAF2-5134-422E-B291-3AD9D30600D3}">
      <dsp:nvSpPr>
        <dsp:cNvPr id="0" name=""/>
        <dsp:cNvSpPr/>
      </dsp:nvSpPr>
      <dsp:spPr>
        <a:xfrm>
          <a:off x="8299907" y="1935410"/>
          <a:ext cx="162545" cy="1625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5455"/>
              </a:lnTo>
              <a:lnTo>
                <a:pt x="162545" y="16254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033CF-CE9C-4FBD-8713-90E41C761AD7}">
      <dsp:nvSpPr>
        <dsp:cNvPr id="0" name=""/>
        <dsp:cNvSpPr/>
      </dsp:nvSpPr>
      <dsp:spPr>
        <a:xfrm>
          <a:off x="8462453" y="3154502"/>
          <a:ext cx="1300364" cy="812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Faster root cause analysis using full context graph </a:t>
          </a:r>
        </a:p>
      </dsp:txBody>
      <dsp:txXfrm>
        <a:off x="8486257" y="3178306"/>
        <a:ext cx="1252756" cy="765119"/>
      </dsp:txXfrm>
    </dsp:sp>
    <dsp:sp modelId="{AA942805-09AF-4EC5-888B-F2B66E6E9B2F}">
      <dsp:nvSpPr>
        <dsp:cNvPr id="0" name=""/>
        <dsp:cNvSpPr/>
      </dsp:nvSpPr>
      <dsp:spPr>
        <a:xfrm>
          <a:off x="10169180" y="1122683"/>
          <a:ext cx="1625455" cy="812727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Data Product Enablement</a:t>
          </a:r>
          <a:endParaRPr lang="en-IN" sz="1700" kern="1200"/>
        </a:p>
      </dsp:txBody>
      <dsp:txXfrm>
        <a:off x="10192984" y="1146487"/>
        <a:ext cx="1577847" cy="765119"/>
      </dsp:txXfrm>
    </dsp:sp>
    <dsp:sp modelId="{C4C1187B-D32D-4B0E-AF1A-D74B12B6747A}">
      <dsp:nvSpPr>
        <dsp:cNvPr id="0" name=""/>
        <dsp:cNvSpPr/>
      </dsp:nvSpPr>
      <dsp:spPr>
        <a:xfrm>
          <a:off x="10331726" y="1935410"/>
          <a:ext cx="162545" cy="609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9545"/>
              </a:lnTo>
              <a:lnTo>
                <a:pt x="162545" y="60954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1C4780-2CB4-4D1C-872C-3E16EBD9E9D3}">
      <dsp:nvSpPr>
        <dsp:cNvPr id="0" name=""/>
        <dsp:cNvSpPr/>
      </dsp:nvSpPr>
      <dsp:spPr>
        <a:xfrm>
          <a:off x="10494271" y="2138592"/>
          <a:ext cx="1300364" cy="812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Discover, trust, and reuse curated datasets </a:t>
          </a:r>
        </a:p>
      </dsp:txBody>
      <dsp:txXfrm>
        <a:off x="10518075" y="2162396"/>
        <a:ext cx="1252756" cy="765119"/>
      </dsp:txXfrm>
    </dsp:sp>
    <dsp:sp modelId="{F266DCC6-51EB-4A62-86F2-95E89618F04A}">
      <dsp:nvSpPr>
        <dsp:cNvPr id="0" name=""/>
        <dsp:cNvSpPr/>
      </dsp:nvSpPr>
      <dsp:spPr>
        <a:xfrm>
          <a:off x="10331726" y="1935410"/>
          <a:ext cx="162545" cy="1625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5455"/>
              </a:lnTo>
              <a:lnTo>
                <a:pt x="162545" y="16254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D36E59-6116-43A7-A4C9-59329B211890}">
      <dsp:nvSpPr>
        <dsp:cNvPr id="0" name=""/>
        <dsp:cNvSpPr/>
      </dsp:nvSpPr>
      <dsp:spPr>
        <a:xfrm>
          <a:off x="10494271" y="3154502"/>
          <a:ext cx="1300364" cy="812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Accelerate creation of domain-specific data product</a:t>
          </a:r>
        </a:p>
      </dsp:txBody>
      <dsp:txXfrm>
        <a:off x="10518075" y="3178306"/>
        <a:ext cx="1252756" cy="7651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C1E4B-78E8-443D-BF85-4D0AD96E3FBE}">
      <dsp:nvSpPr>
        <dsp:cNvPr id="0" name=""/>
        <dsp:cNvSpPr/>
      </dsp:nvSpPr>
      <dsp:spPr>
        <a:xfrm>
          <a:off x="1227" y="154038"/>
          <a:ext cx="1282771" cy="1282771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671E1B-EB3D-4B68-BCE1-ABEFA95C7122}">
      <dsp:nvSpPr>
        <dsp:cNvPr id="0" name=""/>
        <dsp:cNvSpPr/>
      </dsp:nvSpPr>
      <dsp:spPr>
        <a:xfrm>
          <a:off x="129504" y="282316"/>
          <a:ext cx="1026217" cy="1026217"/>
        </a:xfrm>
        <a:prstGeom prst="pie">
          <a:avLst>
            <a:gd name="adj1" fmla="val 12600000"/>
            <a:gd name="adj2" fmla="val 16200000"/>
          </a:avLst>
        </a:prstGeom>
        <a:solidFill>
          <a:srgbClr val="FFC000"/>
        </a:solidFill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DFB4DA-2586-41AF-A0E1-E6A52A063251}">
      <dsp:nvSpPr>
        <dsp:cNvPr id="0" name=""/>
        <dsp:cNvSpPr/>
      </dsp:nvSpPr>
      <dsp:spPr>
        <a:xfrm rot="16200000">
          <a:off x="-1473959" y="3040275"/>
          <a:ext cx="3720038" cy="769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Data Lineage </a:t>
          </a:r>
          <a:endParaRPr lang="en-IN" sz="4900" kern="1200"/>
        </a:p>
      </dsp:txBody>
      <dsp:txXfrm>
        <a:off x="-1473959" y="3040275"/>
        <a:ext cx="3720038" cy="769663"/>
      </dsp:txXfrm>
    </dsp:sp>
    <dsp:sp modelId="{90EDBA36-83CE-452A-88D0-810115D832B3}">
      <dsp:nvSpPr>
        <dsp:cNvPr id="0" name=""/>
        <dsp:cNvSpPr/>
      </dsp:nvSpPr>
      <dsp:spPr>
        <a:xfrm>
          <a:off x="899167" y="154038"/>
          <a:ext cx="2565543" cy="5131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End-to-end visibility: Source → RAW → Curated → Consumption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Column-level traceability for transformations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Visual lineage graph for impact analysis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Version-aware lineage for safe changes </a:t>
          </a:r>
        </a:p>
      </dsp:txBody>
      <dsp:txXfrm>
        <a:off x="899167" y="154038"/>
        <a:ext cx="2565543" cy="5131087"/>
      </dsp:txXfrm>
    </dsp:sp>
    <dsp:sp modelId="{0F52CEC9-5DEA-44D9-981E-9B43CA198DF6}">
      <dsp:nvSpPr>
        <dsp:cNvPr id="0" name=""/>
        <dsp:cNvSpPr/>
      </dsp:nvSpPr>
      <dsp:spPr>
        <a:xfrm>
          <a:off x="3917716" y="154038"/>
          <a:ext cx="1282771" cy="1282771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503D5-5B7A-4F7F-B310-6377404DA5B4}">
      <dsp:nvSpPr>
        <dsp:cNvPr id="0" name=""/>
        <dsp:cNvSpPr/>
      </dsp:nvSpPr>
      <dsp:spPr>
        <a:xfrm>
          <a:off x="4045993" y="282316"/>
          <a:ext cx="1026217" cy="1026217"/>
        </a:xfrm>
        <a:prstGeom prst="pie">
          <a:avLst>
            <a:gd name="adj1" fmla="val 9000000"/>
            <a:gd name="adj2" fmla="val 16200000"/>
          </a:avLst>
        </a:prstGeom>
        <a:solidFill>
          <a:srgbClr val="FFC000"/>
        </a:solidFill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E8D63-E8DF-423A-9DC8-261C94DE48CB}">
      <dsp:nvSpPr>
        <dsp:cNvPr id="0" name=""/>
        <dsp:cNvSpPr/>
      </dsp:nvSpPr>
      <dsp:spPr>
        <a:xfrm rot="16200000">
          <a:off x="2442528" y="3040275"/>
          <a:ext cx="3720038" cy="769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Data Quality</a:t>
          </a:r>
          <a:endParaRPr lang="en-IN" sz="4900" kern="1200"/>
        </a:p>
      </dsp:txBody>
      <dsp:txXfrm>
        <a:off x="2442528" y="3040275"/>
        <a:ext cx="3720038" cy="769663"/>
      </dsp:txXfrm>
    </dsp:sp>
    <dsp:sp modelId="{D67E221B-A717-4644-810E-251462EF0D99}">
      <dsp:nvSpPr>
        <dsp:cNvPr id="0" name=""/>
        <dsp:cNvSpPr/>
      </dsp:nvSpPr>
      <dsp:spPr>
        <a:xfrm>
          <a:off x="4815656" y="154038"/>
          <a:ext cx="2565543" cy="5131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Rule-based validation (nulls, uniqueness, referential integrity)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Business rule checks (domain-specific validations)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Schema drift detection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Data quality scorecards &amp; trend tracking </a:t>
          </a:r>
        </a:p>
      </dsp:txBody>
      <dsp:txXfrm>
        <a:off x="4815656" y="154038"/>
        <a:ext cx="2565543" cy="5131087"/>
      </dsp:txXfrm>
    </dsp:sp>
    <dsp:sp modelId="{BE87FAC4-3057-433E-A03E-97A871951ADD}">
      <dsp:nvSpPr>
        <dsp:cNvPr id="0" name=""/>
        <dsp:cNvSpPr/>
      </dsp:nvSpPr>
      <dsp:spPr>
        <a:xfrm>
          <a:off x="7834205" y="154038"/>
          <a:ext cx="1282771" cy="1282771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6C280A-A60E-4F87-8F76-4F209AB46CCB}">
      <dsp:nvSpPr>
        <dsp:cNvPr id="0" name=""/>
        <dsp:cNvSpPr/>
      </dsp:nvSpPr>
      <dsp:spPr>
        <a:xfrm>
          <a:off x="7962482" y="282316"/>
          <a:ext cx="1026217" cy="1026217"/>
        </a:xfrm>
        <a:prstGeom prst="pie">
          <a:avLst>
            <a:gd name="adj1" fmla="val 5400000"/>
            <a:gd name="adj2" fmla="val 16200000"/>
          </a:avLst>
        </a:prstGeom>
        <a:solidFill>
          <a:srgbClr val="FFC000"/>
        </a:solidFill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D3F3B-E4A1-4A61-A3E2-389A92981B23}">
      <dsp:nvSpPr>
        <dsp:cNvPr id="0" name=""/>
        <dsp:cNvSpPr/>
      </dsp:nvSpPr>
      <dsp:spPr>
        <a:xfrm rot="16200000">
          <a:off x="6359017" y="3040275"/>
          <a:ext cx="3720038" cy="769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Observability</a:t>
          </a:r>
          <a:endParaRPr lang="en-IN" sz="4900" kern="1200"/>
        </a:p>
      </dsp:txBody>
      <dsp:txXfrm>
        <a:off x="6359017" y="3040275"/>
        <a:ext cx="3720038" cy="769663"/>
      </dsp:txXfrm>
    </dsp:sp>
    <dsp:sp modelId="{39AAC7CE-6545-47B1-9E2F-6027B06DF1CF}">
      <dsp:nvSpPr>
        <dsp:cNvPr id="0" name=""/>
        <dsp:cNvSpPr/>
      </dsp:nvSpPr>
      <dsp:spPr>
        <a:xfrm>
          <a:off x="8732145" y="154038"/>
          <a:ext cx="2565543" cy="5131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Pipeline monitoring (failures, retries, SLA tracking)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Data freshness &amp; latency tracking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Volume anomaly detection (spikes/drops)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Root cause analysis across pipelines &amp; datasets </a:t>
          </a:r>
        </a:p>
      </dsp:txBody>
      <dsp:txXfrm>
        <a:off x="8732145" y="154038"/>
        <a:ext cx="2565543" cy="51310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1360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1355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6169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6224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b="1"/>
              <a:t>6. 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5670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4530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with Half Background">
  <p:cSld name="1_Title with Half Background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2911"/>
            <a:ext cx="12192000" cy="4322346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748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Table of conten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/>
          <p:nvPr/>
        </p:nvSpPr>
        <p:spPr>
          <a:xfrm>
            <a:off x="0" y="2910"/>
            <a:ext cx="4896091" cy="6855090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 txBox="1">
            <a:spLocks noGrp="1"/>
          </p:cNvSpPr>
          <p:nvPr>
            <p:ph type="body" idx="1"/>
          </p:nvPr>
        </p:nvSpPr>
        <p:spPr>
          <a:xfrm>
            <a:off x="557213" y="2708275"/>
            <a:ext cx="3722687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4">
          <p15:clr>
            <a:srgbClr val="F26B43"/>
          </p15:clr>
        </p15:guide>
        <p15:guide id="2" pos="3772">
          <p15:clr>
            <a:srgbClr val="F26B43"/>
          </p15:clr>
        </p15:guide>
        <p15:guide id="3" orient="horz" pos="3793">
          <p15:clr>
            <a:srgbClr val="F26B43"/>
          </p15:clr>
        </p15:guide>
        <p15:guide id="4" pos="7015">
          <p15:clr>
            <a:srgbClr val="FBAE40"/>
          </p15:clr>
        </p15:guide>
        <p15:guide id="5" pos="415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- white background">
  <p:cSld name="Heading - white background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479425" y="210522"/>
            <a:ext cx="11436131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body" idx="2"/>
          </p:nvPr>
        </p:nvSpPr>
        <p:spPr>
          <a:xfrm>
            <a:off x="482600" y="1207778"/>
            <a:ext cx="11432956" cy="533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9719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/>
          <p:nvPr/>
        </p:nvSpPr>
        <p:spPr>
          <a:xfrm>
            <a:off x="-3" y="378919"/>
            <a:ext cx="154800" cy="547200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11533909" y="6481042"/>
            <a:ext cx="5472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2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026">
          <p15:clr>
            <a:srgbClr val="F26B43"/>
          </p15:clr>
        </p15:guide>
        <p15:guide id="4" orient="horz" pos="3770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/>
          <p:nvPr/>
        </p:nvSpPr>
        <p:spPr>
          <a:xfrm>
            <a:off x="0" y="2910"/>
            <a:ext cx="12192000" cy="6855090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23"/>
          <p:cNvCxnSpPr/>
          <p:nvPr/>
        </p:nvCxnSpPr>
        <p:spPr>
          <a:xfrm>
            <a:off x="6107151" y="2784851"/>
            <a:ext cx="0" cy="1288298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23"/>
          <p:cNvSpPr txBox="1"/>
          <p:nvPr/>
        </p:nvSpPr>
        <p:spPr>
          <a:xfrm>
            <a:off x="842757" y="2784851"/>
            <a:ext cx="5401926" cy="128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en-US" sz="7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3"/>
          <p:cNvSpPr txBox="1"/>
          <p:nvPr/>
        </p:nvSpPr>
        <p:spPr>
          <a:xfrm>
            <a:off x="7750645" y="3150392"/>
            <a:ext cx="3706943" cy="623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Doing the right thing. Always.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23" descr="A black background with a black square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1985" y="3162300"/>
            <a:ext cx="714790" cy="622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88">
          <p15:clr>
            <a:srgbClr val="F26B43"/>
          </p15:clr>
        </p15:guide>
        <p15:guide id="2" orient="horz" pos="2341">
          <p15:clr>
            <a:srgbClr val="F26B43"/>
          </p15:clr>
        </p15:guide>
        <p15:guide id="3" pos="597">
          <p15:clr>
            <a:srgbClr val="F26B43"/>
          </p15:clr>
        </p15:guide>
        <p15:guide id="4" pos="7083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0" y="2910"/>
            <a:ext cx="12192000" cy="6855090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ctrTitle"/>
          </p:nvPr>
        </p:nvSpPr>
        <p:spPr>
          <a:xfrm>
            <a:off x="1127125" y="22352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sz="6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8" name="Google Shape;38;p17" descr="A blue and purple triangle with black lines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02677" y="2335475"/>
            <a:ext cx="2524345" cy="219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26B43"/>
          </p15:clr>
        </p15:guide>
        <p15:guide id="2" orient="horz" pos="2024">
          <p15:clr>
            <a:srgbClr val="F26B43"/>
          </p15:clr>
        </p15:guide>
        <p15:guide id="3" pos="7423">
          <p15:clr>
            <a:srgbClr val="FBAE40"/>
          </p15:clr>
        </p15:guide>
        <p15:guide id="4" pos="778">
          <p15:clr>
            <a:srgbClr val="F26B43"/>
          </p15:clr>
        </p15:guide>
        <p15:guide id="5" orient="horz" pos="417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+ Description">
  <p:cSld name="Section Title+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/>
          <p:nvPr/>
        </p:nvSpPr>
        <p:spPr>
          <a:xfrm>
            <a:off x="0" y="2910"/>
            <a:ext cx="12192000" cy="6855090"/>
          </a:xfrm>
          <a:prstGeom prst="rect">
            <a:avLst/>
          </a:prstGeom>
          <a:gradFill>
            <a:gsLst>
              <a:gs pos="0">
                <a:srgbClr val="70B6B2"/>
              </a:gs>
              <a:gs pos="100000">
                <a:srgbClr val="B0A8DC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1"/>
          </p:nvPr>
        </p:nvSpPr>
        <p:spPr>
          <a:xfrm>
            <a:off x="856661" y="2514599"/>
            <a:ext cx="523933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2"/>
          </p:nvPr>
        </p:nvSpPr>
        <p:spPr>
          <a:xfrm>
            <a:off x="856661" y="3644900"/>
            <a:ext cx="10365304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19">
          <p15:clr>
            <a:srgbClr val="F26B43"/>
          </p15:clr>
        </p15:guide>
        <p15:guide id="2" orient="horz" pos="2047">
          <p15:clr>
            <a:srgbClr val="F26B43"/>
          </p15:clr>
        </p15:guide>
        <p15:guide id="3" orient="horz" pos="2750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Half Background">
  <p:cSld name="Title with Half Background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482599" y="210522"/>
            <a:ext cx="11433629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9"/>
          <p:cNvSpPr/>
          <p:nvPr/>
        </p:nvSpPr>
        <p:spPr>
          <a:xfrm>
            <a:off x="0" y="2905745"/>
            <a:ext cx="12192000" cy="3139432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9"/>
          <p:cNvSpPr/>
          <p:nvPr/>
        </p:nvSpPr>
        <p:spPr>
          <a:xfrm>
            <a:off x="-3" y="378919"/>
            <a:ext cx="154800" cy="547200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11533909" y="6481042"/>
            <a:ext cx="5472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748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Center content ">
  <p:cSld name="Title with Center content 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body" idx="1"/>
          </p:nvPr>
        </p:nvSpPr>
        <p:spPr>
          <a:xfrm>
            <a:off x="482600" y="210522"/>
            <a:ext cx="11530724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20"/>
          <p:cNvSpPr/>
          <p:nvPr/>
        </p:nvSpPr>
        <p:spPr>
          <a:xfrm>
            <a:off x="-3" y="378919"/>
            <a:ext cx="154800" cy="547200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0"/>
          <p:cNvSpPr txBox="1">
            <a:spLocks noGrp="1"/>
          </p:cNvSpPr>
          <p:nvPr>
            <p:ph type="sldNum" idx="12"/>
          </p:nvPr>
        </p:nvSpPr>
        <p:spPr>
          <a:xfrm>
            <a:off x="11533909" y="6481042"/>
            <a:ext cx="5472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26B43"/>
          </p15:clr>
        </p15:guide>
        <p15:guide id="2" orient="horz" pos="3748">
          <p15:clr>
            <a:srgbClr val="F26B43"/>
          </p15:clr>
        </p15:guide>
        <p15:guide id="3" pos="347">
          <p15:clr>
            <a:srgbClr val="F26B43"/>
          </p15:clr>
        </p15:guide>
        <p15:guide id="4" pos="7333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content + image">
  <p:cSld name="Title with content + imag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>
            <a:spLocks noGrp="1"/>
          </p:cNvSpPr>
          <p:nvPr>
            <p:ph type="pic" idx="2"/>
          </p:nvPr>
        </p:nvSpPr>
        <p:spPr>
          <a:xfrm>
            <a:off x="7735572" y="1428924"/>
            <a:ext cx="4049512" cy="498919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Google Shape;54;p21"/>
          <p:cNvSpPr/>
          <p:nvPr/>
        </p:nvSpPr>
        <p:spPr>
          <a:xfrm>
            <a:off x="7030565" y="4880765"/>
            <a:ext cx="1068314" cy="1068314"/>
          </a:xfrm>
          <a:prstGeom prst="ellipse">
            <a:avLst/>
          </a:prstGeom>
          <a:gradFill>
            <a:gsLst>
              <a:gs pos="0">
                <a:srgbClr val="554FF8">
                  <a:alpha val="54117"/>
                </a:srgbClr>
              </a:gs>
              <a:gs pos="41000">
                <a:srgbClr val="554FF8">
                  <a:alpha val="54117"/>
                </a:srgbClr>
              </a:gs>
              <a:gs pos="100000">
                <a:srgbClr val="2EB6AE">
                  <a:alpha val="60000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1"/>
          <p:cNvSpPr/>
          <p:nvPr/>
        </p:nvSpPr>
        <p:spPr>
          <a:xfrm>
            <a:off x="11483567" y="1974522"/>
            <a:ext cx="603035" cy="603035"/>
          </a:xfrm>
          <a:prstGeom prst="ellipse">
            <a:avLst/>
          </a:prstGeom>
          <a:noFill/>
          <a:ln w="57150" cap="flat" cmpd="sng">
            <a:solidFill>
              <a:srgbClr val="554FF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481576" y="286199"/>
            <a:ext cx="11303508" cy="72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3"/>
          </p:nvPr>
        </p:nvSpPr>
        <p:spPr>
          <a:xfrm>
            <a:off x="481575" y="1428924"/>
            <a:ext cx="6247471" cy="498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21"/>
          <p:cNvSpPr/>
          <p:nvPr/>
        </p:nvSpPr>
        <p:spPr>
          <a:xfrm>
            <a:off x="-3" y="378919"/>
            <a:ext cx="154800" cy="547200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1"/>
          <p:cNvSpPr txBox="1">
            <a:spLocks noGrp="1"/>
          </p:cNvSpPr>
          <p:nvPr>
            <p:ph type="sldNum" idx="12"/>
          </p:nvPr>
        </p:nvSpPr>
        <p:spPr>
          <a:xfrm>
            <a:off x="11533909" y="6481042"/>
            <a:ext cx="5472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pos="4838">
          <p15:clr>
            <a:srgbClr val="F26B43"/>
          </p15:clr>
        </p15:guide>
        <p15:guide id="3" pos="6970">
          <p15:clr>
            <a:srgbClr val="F26B43"/>
          </p15:clr>
        </p15:guide>
        <p15:guide id="4" orient="horz" pos="1502">
          <p15:clr>
            <a:srgbClr val="F26B43"/>
          </p15:clr>
        </p15:guide>
        <p15:guide id="5" orient="horz" pos="1003">
          <p15:clr>
            <a:srgbClr val="F26B43"/>
          </p15:clr>
        </p15:guide>
        <p15:guide id="6" pos="597">
          <p15:clr>
            <a:srgbClr val="F26B43"/>
          </p15:clr>
        </p15:guide>
        <p15:guide id="7" pos="4339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/>
          <p:nvPr/>
        </p:nvSpPr>
        <p:spPr>
          <a:xfrm>
            <a:off x="0" y="2911"/>
            <a:ext cx="12192000" cy="6855090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54879" y="1660913"/>
            <a:ext cx="518666" cy="480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08172" y="4743156"/>
            <a:ext cx="584460" cy="54156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2063750" y="2060575"/>
            <a:ext cx="8388350" cy="273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6">
          <p15:clr>
            <a:srgbClr val="F26B43"/>
          </p15:clr>
        </p15:guide>
        <p15:guide id="2" orient="horz" pos="3090">
          <p15:clr>
            <a:srgbClr val="F26B43"/>
          </p15:clr>
        </p15:guide>
        <p15:guide id="3" pos="1300">
          <p15:clr>
            <a:srgbClr val="F26B43"/>
          </p15:clr>
        </p15:guide>
        <p15:guide id="4" pos="6584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Heading - white background">
  <p:cSld name="3_Heading - white background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body" idx="1"/>
          </p:nvPr>
        </p:nvSpPr>
        <p:spPr>
          <a:xfrm>
            <a:off x="479425" y="210522"/>
            <a:ext cx="11436131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2"/>
          </p:nvPr>
        </p:nvSpPr>
        <p:spPr>
          <a:xfrm>
            <a:off x="482600" y="1207778"/>
            <a:ext cx="5580000" cy="533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9719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3"/>
          </p:nvPr>
        </p:nvSpPr>
        <p:spPr>
          <a:xfrm>
            <a:off x="6335556" y="1207778"/>
            <a:ext cx="5580000" cy="533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9719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/>
          <p:nvPr/>
        </p:nvSpPr>
        <p:spPr>
          <a:xfrm>
            <a:off x="-3" y="378919"/>
            <a:ext cx="154800" cy="547200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11533909" y="6481042"/>
            <a:ext cx="5472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2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026">
          <p15:clr>
            <a:srgbClr val="F26B43"/>
          </p15:clr>
        </p15:guide>
        <p15:guide id="4" orient="horz" pos="3770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Heading - white background">
  <p:cSld name="2_Heading - white background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body" idx="1"/>
          </p:nvPr>
        </p:nvSpPr>
        <p:spPr>
          <a:xfrm>
            <a:off x="479425" y="210522"/>
            <a:ext cx="11436131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2"/>
          </p:nvPr>
        </p:nvSpPr>
        <p:spPr>
          <a:xfrm>
            <a:off x="482600" y="1207778"/>
            <a:ext cx="7032297" cy="533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9719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/>
          <p:nvPr/>
        </p:nvSpPr>
        <p:spPr>
          <a:xfrm>
            <a:off x="-3" y="378919"/>
            <a:ext cx="154800" cy="547200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5"/>
          <p:cNvSpPr txBox="1">
            <a:spLocks noGrp="1"/>
          </p:cNvSpPr>
          <p:nvPr>
            <p:ph type="sldNum" idx="12"/>
          </p:nvPr>
        </p:nvSpPr>
        <p:spPr>
          <a:xfrm>
            <a:off x="11533909" y="6481042"/>
            <a:ext cx="5472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2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026">
          <p15:clr>
            <a:srgbClr val="F26B43"/>
          </p15:clr>
        </p15:guide>
        <p15:guide id="4" orient="horz" pos="3770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with content + image">
  <p:cSld name="1_Title with content + imag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>
            <a:spLocks noGrp="1"/>
          </p:cNvSpPr>
          <p:nvPr>
            <p:ph type="pic" idx="2"/>
          </p:nvPr>
        </p:nvSpPr>
        <p:spPr>
          <a:xfrm>
            <a:off x="7735572" y="1428924"/>
            <a:ext cx="4049512" cy="498919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Google Shape;78;p26"/>
          <p:cNvSpPr txBox="1">
            <a:spLocks noGrp="1"/>
          </p:cNvSpPr>
          <p:nvPr>
            <p:ph type="body" idx="1"/>
          </p:nvPr>
        </p:nvSpPr>
        <p:spPr>
          <a:xfrm>
            <a:off x="481576" y="286199"/>
            <a:ext cx="11303508" cy="72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3"/>
          </p:nvPr>
        </p:nvSpPr>
        <p:spPr>
          <a:xfrm>
            <a:off x="481575" y="1428924"/>
            <a:ext cx="6247471" cy="498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/>
          <p:nvPr/>
        </p:nvSpPr>
        <p:spPr>
          <a:xfrm>
            <a:off x="-3" y="378919"/>
            <a:ext cx="154800" cy="547200"/>
          </a:xfrm>
          <a:prstGeom prst="rect">
            <a:avLst/>
          </a:prstGeom>
          <a:gradFill>
            <a:gsLst>
              <a:gs pos="0">
                <a:srgbClr val="554FF8"/>
              </a:gs>
              <a:gs pos="41000">
                <a:srgbClr val="554FF8"/>
              </a:gs>
              <a:gs pos="100000">
                <a:srgbClr val="2EB6AE"/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6"/>
          <p:cNvSpPr/>
          <p:nvPr/>
        </p:nvSpPr>
        <p:spPr>
          <a:xfrm>
            <a:off x="7030565" y="4880765"/>
            <a:ext cx="1068314" cy="1068314"/>
          </a:xfrm>
          <a:prstGeom prst="ellipse">
            <a:avLst/>
          </a:prstGeom>
          <a:gradFill>
            <a:gsLst>
              <a:gs pos="0">
                <a:srgbClr val="554FF8">
                  <a:alpha val="54117"/>
                </a:srgbClr>
              </a:gs>
              <a:gs pos="41000">
                <a:srgbClr val="554FF8">
                  <a:alpha val="54117"/>
                </a:srgbClr>
              </a:gs>
              <a:gs pos="100000">
                <a:srgbClr val="2EB6AE">
                  <a:alpha val="60000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6"/>
          <p:cNvSpPr/>
          <p:nvPr/>
        </p:nvSpPr>
        <p:spPr>
          <a:xfrm>
            <a:off x="11483567" y="1974522"/>
            <a:ext cx="603035" cy="603035"/>
          </a:xfrm>
          <a:prstGeom prst="ellipse">
            <a:avLst/>
          </a:prstGeom>
          <a:noFill/>
          <a:ln w="57150" cap="flat" cmpd="sng">
            <a:solidFill>
              <a:srgbClr val="554FF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11533909" y="6481042"/>
            <a:ext cx="5472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pos="4838">
          <p15:clr>
            <a:srgbClr val="F26B43"/>
          </p15:clr>
        </p15:guide>
        <p15:guide id="3" pos="6970">
          <p15:clr>
            <a:srgbClr val="F26B43"/>
          </p15:clr>
        </p15:guide>
        <p15:guide id="4" orient="horz" pos="1502">
          <p15:clr>
            <a:srgbClr val="F26B43"/>
          </p15:clr>
        </p15:guide>
        <p15:guide id="5" orient="horz" pos="1003">
          <p15:clr>
            <a:srgbClr val="F26B43"/>
          </p15:clr>
        </p15:guide>
        <p15:guide id="6" pos="597">
          <p15:clr>
            <a:srgbClr val="F26B43"/>
          </p15:clr>
        </p15:guide>
        <p15:guide id="7" pos="4339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">
  <p:cSld name="Heading ">
    <p:bg>
      <p:bgPr>
        <a:blipFill>
          <a:blip r:embed="rId2">
            <a:alphaModFix amt="18000"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body" idx="1"/>
          </p:nvPr>
        </p:nvSpPr>
        <p:spPr>
          <a:xfrm>
            <a:off x="482600" y="210522"/>
            <a:ext cx="11709400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27"/>
          <p:cNvSpPr/>
          <p:nvPr/>
        </p:nvSpPr>
        <p:spPr>
          <a:xfrm>
            <a:off x="0" y="375622"/>
            <a:ext cx="155385" cy="545856"/>
          </a:xfrm>
          <a:prstGeom prst="rect">
            <a:avLst/>
          </a:prstGeom>
          <a:gradFill>
            <a:gsLst>
              <a:gs pos="0">
                <a:srgbClr val="534FEE"/>
              </a:gs>
              <a:gs pos="51000">
                <a:srgbClr val="5675D6"/>
              </a:gs>
              <a:gs pos="100000">
                <a:srgbClr val="5AB3AD"/>
              </a:gs>
            </a:gsLst>
            <a:lin ang="4800000" scaled="0"/>
          </a:gra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7"/>
          <p:cNvSpPr/>
          <p:nvPr/>
        </p:nvSpPr>
        <p:spPr>
          <a:xfrm>
            <a:off x="11631406" y="6436429"/>
            <a:ext cx="560345" cy="314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26B43"/>
          </p15:clr>
        </p15:guide>
        <p15:guide id="2" orient="horz" pos="3770">
          <p15:clr>
            <a:srgbClr val="F26B43"/>
          </p15:clr>
        </p15:guide>
        <p15:guide id="3" pos="302">
          <p15:clr>
            <a:srgbClr val="F26B43"/>
          </p15:clr>
        </p15:guide>
        <p15:guide id="4" pos="7378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jpe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11" Type="http://schemas.openxmlformats.org/officeDocument/2006/relationships/image" Target="../media/image21.jpe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jpe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1819282" y="1308305"/>
            <a:ext cx="8553300" cy="16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400">
                <a:solidFill>
                  <a:schemeClr val="lt1"/>
                </a:solidFill>
              </a:rPr>
              <a:t>CINQCARE </a:t>
            </a:r>
            <a:r>
              <a:rPr lang="en-US"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r>
              <a:rPr lang="en-US" sz="4400">
                <a:solidFill>
                  <a:schemeClr val="lt1"/>
                </a:solidFill>
              </a:rPr>
              <a:t>Platform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Technical Design</a:t>
            </a:r>
            <a:r>
              <a:rPr lang="en-US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5238375" y="6297875"/>
            <a:ext cx="152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300" i="1"/>
              <a:t>April 8th</a:t>
            </a:r>
            <a:r>
              <a:rPr lang="en-US" sz="13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2026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1507" y="4996555"/>
            <a:ext cx="3710050" cy="82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B8BEEE3-5919-31D4-5E93-F2B5F2A0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310" y="5031209"/>
            <a:ext cx="2939845" cy="670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body" idx="1"/>
          </p:nvPr>
        </p:nvSpPr>
        <p:spPr>
          <a:xfrm>
            <a:off x="557213" y="2708275"/>
            <a:ext cx="3722687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187490" y="809344"/>
            <a:ext cx="6276300" cy="512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08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CINQ Data Platform – Project Scope</a:t>
            </a:r>
          </a:p>
          <a:p>
            <a:pPr marL="508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Conceptual Architecture </a:t>
            </a:r>
          </a:p>
          <a:p>
            <a:pPr marL="508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Infra Architecture </a:t>
            </a:r>
          </a:p>
          <a:p>
            <a:pPr marL="508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Digital Urth – Data Platform Framework &amp; AI </a:t>
            </a:r>
          </a:p>
          <a:p>
            <a:pPr marL="508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About DU Framework + AI Agents </a:t>
            </a:r>
          </a:p>
          <a:p>
            <a:pPr marL="508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AI Data Engineer</a:t>
            </a:r>
          </a:p>
          <a:p>
            <a:pPr marL="508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Business Context IQ</a:t>
            </a:r>
          </a:p>
          <a:p>
            <a:pPr marL="508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CINQ Data Platform + AI </a:t>
            </a:r>
          </a:p>
          <a:p>
            <a:pPr marL="508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Infra Components </a:t>
            </a:r>
          </a:p>
          <a:p>
            <a:pPr marL="508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CINQ Business Capabilities </a:t>
            </a:r>
          </a:p>
          <a:p>
            <a:pPr marL="50800">
              <a:lnSpc>
                <a:spcPct val="115000"/>
              </a:lnSpc>
              <a:spcBef>
                <a:spcPts val="1000"/>
              </a:spcBef>
              <a:buClr>
                <a:srgbClr val="222222"/>
              </a:buClr>
              <a:buSzPts val="2800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LLM Guardrails </a:t>
            </a:r>
          </a:p>
          <a:p>
            <a:pPr marL="508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HITRUST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F3F35-41F2-28FB-CCD0-478362CB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9A94D9-2EEF-1135-10D9-0E753937F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Data Platform - Current Scope: Phase 1 and 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532B9-761F-EAF8-ED3B-DFD2086B8D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367BB9-2F14-3FE4-BD2D-A32DD773BF36}"/>
              </a:ext>
            </a:extLst>
          </p:cNvPr>
          <p:cNvSpPr/>
          <p:nvPr/>
        </p:nvSpPr>
        <p:spPr>
          <a:xfrm>
            <a:off x="346249" y="1548972"/>
            <a:ext cx="3510642" cy="162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9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IN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623CF-62BF-9660-5ECE-58252610A391}"/>
              </a:ext>
            </a:extLst>
          </p:cNvPr>
          <p:cNvSpPr/>
          <p:nvPr/>
        </p:nvSpPr>
        <p:spPr>
          <a:xfrm>
            <a:off x="329920" y="3312457"/>
            <a:ext cx="3510642" cy="3168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9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87B71A-2832-A30A-1665-ECEDA4292353}"/>
              </a:ext>
            </a:extLst>
          </p:cNvPr>
          <p:cNvSpPr/>
          <p:nvPr/>
        </p:nvSpPr>
        <p:spPr>
          <a:xfrm>
            <a:off x="3969829" y="1548972"/>
            <a:ext cx="4091667" cy="4932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9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CF0CA-E2CE-8157-905C-627D9B89CEAE}"/>
              </a:ext>
            </a:extLst>
          </p:cNvPr>
          <p:cNvSpPr txBox="1"/>
          <p:nvPr/>
        </p:nvSpPr>
        <p:spPr>
          <a:xfrm>
            <a:off x="571101" y="1609443"/>
            <a:ext cx="268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latin typeface="Aptos" panose="020B0004020202020204" pitchFamily="34" charset="0"/>
              </a:rPr>
              <a:t>Infrastructure Set 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91DB30-76B2-C733-EFE4-A380CE402210}"/>
              </a:ext>
            </a:extLst>
          </p:cNvPr>
          <p:cNvSpPr txBox="1"/>
          <p:nvPr/>
        </p:nvSpPr>
        <p:spPr>
          <a:xfrm>
            <a:off x="481808" y="3426809"/>
            <a:ext cx="316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latin typeface="Aptos" panose="020B0004020202020204" pitchFamily="34" charset="0"/>
              </a:rPr>
              <a:t>Architecture &amp; Design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8D0CD8-6FBB-EDE5-0978-C8FEC2F61B3E}"/>
              </a:ext>
            </a:extLst>
          </p:cNvPr>
          <p:cNvSpPr txBox="1"/>
          <p:nvPr/>
        </p:nvSpPr>
        <p:spPr>
          <a:xfrm>
            <a:off x="4431111" y="1614313"/>
            <a:ext cx="316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latin typeface="Aptos" panose="020B0004020202020204" pitchFamily="34" charset="0"/>
              </a:rPr>
              <a:t>Phase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C93D2-EAFE-5E9D-A366-C86482901B71}"/>
              </a:ext>
            </a:extLst>
          </p:cNvPr>
          <p:cNvSpPr txBox="1"/>
          <p:nvPr/>
        </p:nvSpPr>
        <p:spPr>
          <a:xfrm>
            <a:off x="500689" y="2033353"/>
            <a:ext cx="2823209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Aptos" panose="020B0004020202020204" pitchFamily="34" charset="0"/>
              </a:rPr>
              <a:t>Azure Infrastructure set up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Aptos" panose="020B0004020202020204" pitchFamily="34" charset="0"/>
              </a:rPr>
              <a:t>Databricks config &amp; set up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Aptos" panose="020B0004020202020204" pitchFamily="34" charset="0"/>
              </a:rPr>
              <a:t>Azure Services config &amp; set up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4344CF-60C6-83A9-A018-D3FD1479D69D}"/>
              </a:ext>
            </a:extLst>
          </p:cNvPr>
          <p:cNvSpPr txBox="1"/>
          <p:nvPr/>
        </p:nvSpPr>
        <p:spPr>
          <a:xfrm>
            <a:off x="4023913" y="2079836"/>
            <a:ext cx="404381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Self-service ingestion solution </a:t>
            </a:r>
            <a:r>
              <a:rPr lang="en-IN" dirty="0">
                <a:latin typeface="Aptos" panose="020B0004020202020204" pitchFamily="34" charset="0"/>
              </a:rPr>
              <a:t>(design and implement) 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Onboard sources - 14 files 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Four (4) Enrolment sources (Centene GA, Centene GA - Risk , D0284, MSSP)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Two (2) claims sources (Centene GA Risk, CMS Claims)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Four (4) daily census sources (TBD)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DQ Rules Engine </a:t>
            </a:r>
            <a:r>
              <a:rPr lang="en-IN" dirty="0">
                <a:latin typeface="Aptos" panose="020B0004020202020204" pitchFamily="34" charset="0"/>
              </a:rPr>
              <a:t>- Ability to configure rules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Healthcare Industry Standard Data Model for Enrolments, Claims, &amp; Daily Census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Dashboard (4)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Mapping data sources to CINQ Canonical Model 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Historical data loading from existing CINQ DB (1 year data)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Automated operations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File Processing SLA tracking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Data Quality Report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ptos" panose="020B0004020202020204" pitchFamily="34" charset="0"/>
              </a:rPr>
              <a:t>Verato</a:t>
            </a:r>
            <a:r>
              <a:rPr lang="en-IN" dirty="0">
                <a:latin typeface="Aptos" panose="020B0004020202020204" pitchFamily="34" charset="0"/>
              </a:rPr>
              <a:t> integration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5E0ACE-6D58-1D6A-9C5F-2F41FD4623FA}"/>
              </a:ext>
            </a:extLst>
          </p:cNvPr>
          <p:cNvSpPr txBox="1"/>
          <p:nvPr/>
        </p:nvSpPr>
        <p:spPr>
          <a:xfrm>
            <a:off x="8168088" y="3182264"/>
            <a:ext cx="3724793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9800"/>
            </a:solidFill>
          </a:ln>
        </p:spPr>
        <p:txBody>
          <a:bodyPr wrap="square" rtlCol="0">
            <a:spAutoFit/>
          </a:bodyPr>
          <a:lstStyle/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latin typeface="Aptos" panose="020B0004020202020204" pitchFamily="34" charset="0"/>
              </a:rPr>
              <a:t>Next Gen Architecture:</a:t>
            </a:r>
            <a:r>
              <a:rPr lang="en-US">
                <a:solidFill>
                  <a:schemeClr val="tx1"/>
                </a:solidFill>
                <a:latin typeface="Aptos" panose="020B0004020202020204" pitchFamily="34" charset="0"/>
              </a:rPr>
              <a:t> Data Platform with ability to scale and grow with future demand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latin typeface="Aptos" panose="020B0004020202020204" pitchFamily="34" charset="0"/>
              </a:rPr>
              <a:t>Self Service:</a:t>
            </a:r>
            <a:r>
              <a:rPr lang="en-US">
                <a:solidFill>
                  <a:schemeClr val="tx1"/>
                </a:solidFill>
                <a:latin typeface="Aptos" panose="020B0004020202020204" pitchFamily="34" charset="0"/>
              </a:rPr>
              <a:t> Business users have capability to onboard and govern data and track data operations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latin typeface="Aptos" panose="020B0004020202020204" pitchFamily="34" charset="0"/>
              </a:rPr>
              <a:t>AI Foundation:</a:t>
            </a:r>
            <a:r>
              <a:rPr lang="en-US">
                <a:solidFill>
                  <a:schemeClr val="tx1"/>
                </a:solidFill>
                <a:latin typeface="Aptos" panose="020B0004020202020204" pitchFamily="34" charset="0"/>
              </a:rPr>
              <a:t> Development of Infra, and Data Platform architecture to support future build of CINQ Business AI Agents 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latin typeface="Aptos" panose="020B0004020202020204" pitchFamily="34" charset="0"/>
              </a:rPr>
              <a:t>Data Observability: </a:t>
            </a:r>
            <a:r>
              <a:rPr lang="en-US">
                <a:solidFill>
                  <a:schemeClr val="tx1"/>
                </a:solidFill>
                <a:latin typeface="Aptos" panose="020B0004020202020204" pitchFamily="34" charset="0"/>
              </a:rPr>
              <a:t>Ability to track data lineage, usage, and quality in real time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B03185-2DFC-00BF-0AFF-4B6A9A53D066}"/>
              </a:ext>
            </a:extLst>
          </p:cNvPr>
          <p:cNvSpPr txBox="1"/>
          <p:nvPr/>
        </p:nvSpPr>
        <p:spPr>
          <a:xfrm>
            <a:off x="425503" y="4015007"/>
            <a:ext cx="3253299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Aptos" panose="020B0004020202020204" pitchFamily="34" charset="0"/>
              </a:rPr>
              <a:t>Azure Infra Design &amp; Architecture 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Aptos" panose="020B0004020202020204" pitchFamily="34" charset="0"/>
              </a:rPr>
              <a:t>CINQ Data Platform – Design &amp; Architecture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Aptos" panose="020B0004020202020204" pitchFamily="34" charset="0"/>
              </a:rPr>
              <a:t>Data Lake House Architecture &amp; Design (Medallion Architecture)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Aptos" panose="020B0004020202020204" pitchFamily="34" charset="0"/>
              </a:rPr>
              <a:t>Data Model/Schema Design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Aptos" panose="020B0004020202020204" pitchFamily="34" charset="0"/>
              </a:rPr>
              <a:t>Data Operations Design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IN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2D9C8-D3C3-47AC-2008-57C3C68F497B}"/>
              </a:ext>
            </a:extLst>
          </p:cNvPr>
          <p:cNvSpPr txBox="1"/>
          <p:nvPr/>
        </p:nvSpPr>
        <p:spPr>
          <a:xfrm>
            <a:off x="1377746" y="1012220"/>
            <a:ext cx="8381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solidFill>
                  <a:srgbClr val="FF9800"/>
                </a:solidFill>
                <a:latin typeface="Aptos" panose="020B0004020202020204" pitchFamily="34" charset="0"/>
              </a:rPr>
              <a:t>From Daily Struggles to Data Success: Empowering Stakeholders by Fixing the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58D7C9-29CE-DE28-1042-BE071391BF6F}"/>
              </a:ext>
            </a:extLst>
          </p:cNvPr>
          <p:cNvSpPr txBox="1"/>
          <p:nvPr/>
        </p:nvSpPr>
        <p:spPr>
          <a:xfrm>
            <a:off x="8168088" y="1565825"/>
            <a:ext cx="3724793" cy="146193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9800"/>
            </a:solidFill>
          </a:ln>
        </p:spPr>
        <p:txBody>
          <a:bodyPr wrap="square" rtlCol="0">
            <a:spAutoFit/>
          </a:bodyPr>
          <a:lstStyle/>
          <a:p>
            <a:endParaRPr lang="en-US" sz="1600" b="1">
              <a:solidFill>
                <a:schemeClr val="tx1"/>
              </a:solidFill>
              <a:latin typeface="Aptos" panose="020B0004020202020204" pitchFamily="34" charset="0"/>
            </a:endParaRPr>
          </a:p>
          <a:p>
            <a:endParaRPr lang="en-US" sz="1600" b="1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Aptos" panose="020B0004020202020204" pitchFamily="34" charset="0"/>
              </a:rPr>
              <a:t>Onboarding of remaining 41 sources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Consumer data from TransUnion, Quality data, EMR data, and other data 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E6790C-B3FB-AAF5-84E4-89B749B90DDE}"/>
              </a:ext>
            </a:extLst>
          </p:cNvPr>
          <p:cNvSpPr txBox="1"/>
          <p:nvPr/>
        </p:nvSpPr>
        <p:spPr>
          <a:xfrm>
            <a:off x="8364807" y="3168281"/>
            <a:ext cx="316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latin typeface="Aptos" panose="020B0004020202020204" pitchFamily="34" charset="0"/>
              </a:rPr>
              <a:t>Focus Areas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C5CA85-8535-3F1F-AA27-4068F1B8F87D}"/>
              </a:ext>
            </a:extLst>
          </p:cNvPr>
          <p:cNvSpPr txBox="1"/>
          <p:nvPr/>
        </p:nvSpPr>
        <p:spPr>
          <a:xfrm>
            <a:off x="8174434" y="1590410"/>
            <a:ext cx="316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latin typeface="Aptos" panose="020B0004020202020204" pitchFamily="34" charset="0"/>
              </a:rPr>
              <a:t>Phase 2</a:t>
            </a:r>
          </a:p>
        </p:txBody>
      </p:sp>
    </p:spTree>
    <p:extLst>
      <p:ext uri="{BB962C8B-B14F-4D97-AF65-F5344CB8AC3E}">
        <p14:creationId xmlns:p14="http://schemas.microsoft.com/office/powerpoint/2010/main" val="2644403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BC80-0C23-1C42-4FA3-63DC9C8A9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C81925-8AAB-7B92-4FEB-A3EF8DC5A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Infra</a:t>
            </a:r>
            <a:r>
              <a:rPr lang="en-US" sz="36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Architecture</a:t>
            </a:r>
            <a:r>
              <a:rPr lang="en-US" sz="36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32BAF-99C9-DEB1-4183-6295E9CE84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D340D45-5B99-9BE8-77D0-602B2F40E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761" y="956769"/>
            <a:ext cx="8838066" cy="577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576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4B38C7-DAB6-312D-A4C8-05E2F69E6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Conceptual</a:t>
            </a:r>
            <a:r>
              <a:rPr lang="en-US"/>
              <a:t> </a:t>
            </a:r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Architecture – Building Blocks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529AE0-3A30-3C0A-BE80-9AA3DC1090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7ABD0A-4220-32E1-9DF1-274B865629D0}"/>
              </a:ext>
            </a:extLst>
          </p:cNvPr>
          <p:cNvSpPr/>
          <p:nvPr/>
        </p:nvSpPr>
        <p:spPr>
          <a:xfrm>
            <a:off x="2689251" y="2790689"/>
            <a:ext cx="514351" cy="2043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Landing Zone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F00698-C5B0-6DE6-FCDE-F1BB4F5B9301}"/>
              </a:ext>
            </a:extLst>
          </p:cNvPr>
          <p:cNvSpPr/>
          <p:nvPr/>
        </p:nvSpPr>
        <p:spPr>
          <a:xfrm>
            <a:off x="4166157" y="3865867"/>
            <a:ext cx="2504091" cy="882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Bronze &gt; Silver &gt; Gold</a:t>
            </a:r>
          </a:p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(Data Lake House)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4E3634-4AFD-3D19-DFB0-C91F76DFDF4C}"/>
              </a:ext>
            </a:extLst>
          </p:cNvPr>
          <p:cNvSpPr/>
          <p:nvPr/>
        </p:nvSpPr>
        <p:spPr>
          <a:xfrm>
            <a:off x="7632806" y="2826408"/>
            <a:ext cx="1420525" cy="51435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0890EA-BCF4-D85D-7A91-1E02CAD6E640}"/>
              </a:ext>
            </a:extLst>
          </p:cNvPr>
          <p:cNvSpPr/>
          <p:nvPr/>
        </p:nvSpPr>
        <p:spPr>
          <a:xfrm>
            <a:off x="7632807" y="3519529"/>
            <a:ext cx="1420525" cy="51435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Models &amp; Scores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15076A-3AC7-5386-D83D-C19A65A64DAF}"/>
              </a:ext>
            </a:extLst>
          </p:cNvPr>
          <p:cNvSpPr/>
          <p:nvPr/>
        </p:nvSpPr>
        <p:spPr>
          <a:xfrm>
            <a:off x="7632806" y="4207178"/>
            <a:ext cx="1420525" cy="51435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Delivery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0B7EBC-F13D-4202-97BB-1284773293AC}"/>
              </a:ext>
            </a:extLst>
          </p:cNvPr>
          <p:cNvSpPr/>
          <p:nvPr/>
        </p:nvSpPr>
        <p:spPr>
          <a:xfrm>
            <a:off x="1159630" y="5273623"/>
            <a:ext cx="7893701" cy="5143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Observability</a:t>
            </a:r>
          </a:p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(Track Lineage, Quality &amp; Costs)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444E42-16AF-3C25-D915-17A93277EB8E}"/>
              </a:ext>
            </a:extLst>
          </p:cNvPr>
          <p:cNvGrpSpPr/>
          <p:nvPr/>
        </p:nvGrpSpPr>
        <p:grpSpPr>
          <a:xfrm>
            <a:off x="1065907" y="4283035"/>
            <a:ext cx="732893" cy="942975"/>
            <a:chOff x="402048" y="4371975"/>
            <a:chExt cx="732893" cy="942975"/>
          </a:xfrm>
          <a:solidFill>
            <a:schemeClr val="bg1">
              <a:lumMod val="75000"/>
            </a:schemeClr>
          </a:solidFill>
        </p:grpSpPr>
        <p:sp>
          <p:nvSpPr>
            <p:cNvPr id="12" name="Can 4">
              <a:extLst>
                <a:ext uri="{FF2B5EF4-FFF2-40B4-BE49-F238E27FC236}">
                  <a16:creationId xmlns:a16="http://schemas.microsoft.com/office/drawing/2014/main" id="{9D866329-2360-F808-B3B5-5816D2EF36AD}"/>
                </a:ext>
              </a:extLst>
            </p:cNvPr>
            <p:cNvSpPr/>
            <p:nvPr/>
          </p:nvSpPr>
          <p:spPr>
            <a:xfrm>
              <a:off x="468458" y="4371975"/>
              <a:ext cx="600075" cy="628650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C68682-09A1-0A48-3E99-75C1E0CAFAE3}"/>
                </a:ext>
              </a:extLst>
            </p:cNvPr>
            <p:cNvSpPr txBox="1"/>
            <p:nvPr/>
          </p:nvSpPr>
          <p:spPr>
            <a:xfrm>
              <a:off x="402048" y="5007173"/>
              <a:ext cx="7328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Claims</a:t>
              </a:r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599D4F-51D8-F811-77FF-EA3EEF9C9911}"/>
              </a:ext>
            </a:extLst>
          </p:cNvPr>
          <p:cNvGrpSpPr/>
          <p:nvPr/>
        </p:nvGrpSpPr>
        <p:grpSpPr>
          <a:xfrm>
            <a:off x="1138404" y="3319002"/>
            <a:ext cx="600075" cy="942975"/>
            <a:chOff x="468458" y="4371975"/>
            <a:chExt cx="600075" cy="942975"/>
          </a:xfrm>
          <a:solidFill>
            <a:schemeClr val="bg1">
              <a:lumMod val="75000"/>
            </a:schemeClr>
          </a:solidFill>
        </p:grpSpPr>
        <p:sp>
          <p:nvSpPr>
            <p:cNvPr id="19" name="Can 4">
              <a:extLst>
                <a:ext uri="{FF2B5EF4-FFF2-40B4-BE49-F238E27FC236}">
                  <a16:creationId xmlns:a16="http://schemas.microsoft.com/office/drawing/2014/main" id="{D1792BBB-33B2-C84A-B068-9764B489ACD6}"/>
                </a:ext>
              </a:extLst>
            </p:cNvPr>
            <p:cNvSpPr/>
            <p:nvPr/>
          </p:nvSpPr>
          <p:spPr>
            <a:xfrm>
              <a:off x="468458" y="4371975"/>
              <a:ext cx="600075" cy="628650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A0792F-60D5-C9A0-5244-9B43A998DCF0}"/>
                </a:ext>
              </a:extLst>
            </p:cNvPr>
            <p:cNvSpPr txBox="1"/>
            <p:nvPr/>
          </p:nvSpPr>
          <p:spPr>
            <a:xfrm>
              <a:off x="490539" y="500717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ADT</a:t>
              </a:r>
              <a:endParaRPr lang="en-IN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CBC8EAC-2C27-1AEE-EAB4-B863CF9EC8B8}"/>
              </a:ext>
            </a:extLst>
          </p:cNvPr>
          <p:cNvGrpSpPr/>
          <p:nvPr/>
        </p:nvGrpSpPr>
        <p:grpSpPr>
          <a:xfrm>
            <a:off x="985065" y="2374055"/>
            <a:ext cx="1040670" cy="942975"/>
            <a:chOff x="293893" y="4371975"/>
            <a:chExt cx="1040670" cy="942975"/>
          </a:xfrm>
          <a:solidFill>
            <a:schemeClr val="bg1">
              <a:lumMod val="75000"/>
            </a:schemeClr>
          </a:solidFill>
        </p:grpSpPr>
        <p:sp>
          <p:nvSpPr>
            <p:cNvPr id="24" name="Can 4">
              <a:extLst>
                <a:ext uri="{FF2B5EF4-FFF2-40B4-BE49-F238E27FC236}">
                  <a16:creationId xmlns:a16="http://schemas.microsoft.com/office/drawing/2014/main" id="{360AF0F6-34C8-98AB-C5DD-A43B985E4CD5}"/>
                </a:ext>
              </a:extLst>
            </p:cNvPr>
            <p:cNvSpPr/>
            <p:nvPr/>
          </p:nvSpPr>
          <p:spPr>
            <a:xfrm>
              <a:off x="468458" y="4371975"/>
              <a:ext cx="600075" cy="628650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2BA13DB-99AD-C59F-2BCE-16D455C9FAFE}"/>
                </a:ext>
              </a:extLst>
            </p:cNvPr>
            <p:cNvSpPr txBox="1"/>
            <p:nvPr/>
          </p:nvSpPr>
          <p:spPr>
            <a:xfrm>
              <a:off x="293893" y="5007173"/>
              <a:ext cx="1040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Enrollment</a:t>
              </a:r>
              <a:endParaRPr lang="en-IN"/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B93FEA6-9CE3-1B3B-1AB8-D5AF3A073126}"/>
              </a:ext>
            </a:extLst>
          </p:cNvPr>
          <p:cNvCxnSpPr/>
          <p:nvPr/>
        </p:nvCxnSpPr>
        <p:spPr>
          <a:xfrm>
            <a:off x="1920375" y="3803252"/>
            <a:ext cx="6858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6CDFC0-4E18-F30D-9D47-FB3085522A2E}"/>
              </a:ext>
            </a:extLst>
          </p:cNvPr>
          <p:cNvCxnSpPr/>
          <p:nvPr/>
        </p:nvCxnSpPr>
        <p:spPr>
          <a:xfrm>
            <a:off x="3366092" y="3803252"/>
            <a:ext cx="6858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70FF5C-EAA2-F24E-D34F-0456E28F72F4}"/>
              </a:ext>
            </a:extLst>
          </p:cNvPr>
          <p:cNvCxnSpPr/>
          <p:nvPr/>
        </p:nvCxnSpPr>
        <p:spPr>
          <a:xfrm>
            <a:off x="6747467" y="3771543"/>
            <a:ext cx="6858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FE44C11-FA45-6C0D-872D-43E47F6B022D}"/>
              </a:ext>
            </a:extLst>
          </p:cNvPr>
          <p:cNvSpPr/>
          <p:nvPr/>
        </p:nvSpPr>
        <p:spPr>
          <a:xfrm>
            <a:off x="1145041" y="1587085"/>
            <a:ext cx="7908290" cy="628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Governance</a:t>
            </a:r>
          </a:p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(Data Catalog, Data Quality, Ownership, Data Profiling, Usage)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7EEC1B-32D8-BD5E-7343-1B7DBD9655E5}"/>
              </a:ext>
            </a:extLst>
          </p:cNvPr>
          <p:cNvSpPr/>
          <p:nvPr/>
        </p:nvSpPr>
        <p:spPr>
          <a:xfrm>
            <a:off x="4166157" y="2782910"/>
            <a:ext cx="2504091" cy="882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Transformation</a:t>
            </a:r>
          </a:p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(Data processing based on business requirements)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5DB05395-39AB-8215-74A2-5B26778EEA1A}"/>
              </a:ext>
            </a:extLst>
          </p:cNvPr>
          <p:cNvSpPr/>
          <p:nvPr/>
        </p:nvSpPr>
        <p:spPr>
          <a:xfrm>
            <a:off x="9997746" y="4911685"/>
            <a:ext cx="1161142" cy="1028865"/>
          </a:xfrm>
          <a:prstGeom prst="ca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475990DB-C76A-7B4E-5390-48D6404E108C}"/>
              </a:ext>
            </a:extLst>
          </p:cNvPr>
          <p:cNvCxnSpPr>
            <a:cxnSpLocks/>
            <a:stCxn id="27" idx="3"/>
            <a:endCxn id="4" idx="2"/>
          </p:cNvCxnSpPr>
          <p:nvPr/>
        </p:nvCxnSpPr>
        <p:spPr>
          <a:xfrm>
            <a:off x="9053331" y="1901410"/>
            <a:ext cx="944415" cy="352470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25B05F23-35FB-5B30-2C05-FE778E0470C5}"/>
              </a:ext>
            </a:extLst>
          </p:cNvPr>
          <p:cNvCxnSpPr>
            <a:cxnSpLocks/>
            <a:stCxn id="27" idx="3"/>
            <a:endCxn id="4" idx="2"/>
          </p:cNvCxnSpPr>
          <p:nvPr/>
        </p:nvCxnSpPr>
        <p:spPr>
          <a:xfrm>
            <a:off x="9053331" y="1901410"/>
            <a:ext cx="944415" cy="352470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ED5DAECC-B530-90CF-2C89-754B823313A3}"/>
              </a:ext>
            </a:extLst>
          </p:cNvPr>
          <p:cNvCxnSpPr>
            <a:cxnSpLocks/>
            <a:stCxn id="13" idx="3"/>
            <a:endCxn id="4" idx="2"/>
          </p:cNvCxnSpPr>
          <p:nvPr/>
        </p:nvCxnSpPr>
        <p:spPr>
          <a:xfrm flipV="1">
            <a:off x="9053331" y="5426118"/>
            <a:ext cx="944415" cy="10467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F02DB24-ABC3-9BDB-DD9E-14BF44209184}"/>
              </a:ext>
            </a:extLst>
          </p:cNvPr>
          <p:cNvSpPr txBox="1"/>
          <p:nvPr/>
        </p:nvSpPr>
        <p:spPr>
          <a:xfrm>
            <a:off x="10116615" y="5264751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Ops </a:t>
            </a:r>
          </a:p>
          <a:p>
            <a:pPr algn="ctr"/>
            <a:r>
              <a:rPr lang="en-US"/>
              <a:t>Data DWH</a:t>
            </a:r>
          </a:p>
        </p:txBody>
      </p: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0DD0176F-81B1-C74C-D27A-7925E3ABC187}"/>
              </a:ext>
            </a:extLst>
          </p:cNvPr>
          <p:cNvCxnSpPr>
            <a:cxnSpLocks/>
            <a:stCxn id="8" idx="3"/>
            <a:endCxn id="4" idx="2"/>
          </p:cNvCxnSpPr>
          <p:nvPr/>
        </p:nvCxnSpPr>
        <p:spPr>
          <a:xfrm>
            <a:off x="9053331" y="3083583"/>
            <a:ext cx="944415" cy="234253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521A04F3-8FBF-6969-5EE9-42618A5C1DC4}"/>
              </a:ext>
            </a:extLst>
          </p:cNvPr>
          <p:cNvCxnSpPr>
            <a:cxnSpLocks/>
            <a:stCxn id="9" idx="3"/>
            <a:endCxn id="4" idx="2"/>
          </p:cNvCxnSpPr>
          <p:nvPr/>
        </p:nvCxnSpPr>
        <p:spPr>
          <a:xfrm>
            <a:off x="9053332" y="3776704"/>
            <a:ext cx="944414" cy="164941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D2739229-4A0E-7A26-F6F2-456699995032}"/>
              </a:ext>
            </a:extLst>
          </p:cNvPr>
          <p:cNvCxnSpPr>
            <a:cxnSpLocks/>
            <a:stCxn id="10" idx="3"/>
            <a:endCxn id="4" idx="2"/>
          </p:cNvCxnSpPr>
          <p:nvPr/>
        </p:nvCxnSpPr>
        <p:spPr>
          <a:xfrm>
            <a:off x="9053331" y="4464353"/>
            <a:ext cx="944415" cy="961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833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8ED5EF-49DF-63E2-BAB2-9E25DE3D3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Data</a:t>
            </a:r>
            <a:r>
              <a:rPr lang="en-US"/>
              <a:t> </a:t>
            </a:r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Platform – Tools &amp;</a:t>
            </a:r>
            <a:r>
              <a:rPr lang="en-US"/>
              <a:t> </a:t>
            </a:r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Capabilities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B97796-BC82-6CC8-20A4-2E47A0979B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9B7D2-C860-0260-B4D1-448F0B88E045}"/>
              </a:ext>
            </a:extLst>
          </p:cNvPr>
          <p:cNvSpPr txBox="1"/>
          <p:nvPr/>
        </p:nvSpPr>
        <p:spPr>
          <a:xfrm>
            <a:off x="723900" y="1267936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000" i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Typical Enterprises are adopting multiple niche point solutions on top of existing public cloud services which will increase overall TCO, and labor intensive </a:t>
            </a:r>
            <a:endParaRPr lang="en-US" sz="2000"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7A0BF-E5A6-CE36-DDAA-29BBACB0E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19" y="1975822"/>
            <a:ext cx="10075606" cy="433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1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B4A37-637A-CA68-7A98-8B609419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A9F126-06C6-DBA9-EED5-2D1405501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Digital Urth</a:t>
            </a:r>
            <a:r>
              <a:rPr lang="en-US" sz="36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Framework</a:t>
            </a:r>
            <a:r>
              <a:rPr lang="en-US" sz="36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+ AI Agents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8AEC7-9660-BB70-3B8C-68BB28A311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CED83-2902-E567-8B3F-B952E4641D9C}"/>
              </a:ext>
            </a:extLst>
          </p:cNvPr>
          <p:cNvSpPr txBox="1"/>
          <p:nvPr/>
        </p:nvSpPr>
        <p:spPr>
          <a:xfrm>
            <a:off x="721518" y="1093172"/>
            <a:ext cx="9008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 Trinity of Transformation: Platform, Context, and AI Engineer</a:t>
            </a:r>
            <a:endParaRPr lang="en-US" sz="1800"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EFE237-B04F-28EA-7A8B-06945C7CF63A}"/>
              </a:ext>
            </a:extLst>
          </p:cNvPr>
          <p:cNvGrpSpPr/>
          <p:nvPr/>
        </p:nvGrpSpPr>
        <p:grpSpPr>
          <a:xfrm>
            <a:off x="604157" y="1616530"/>
            <a:ext cx="10929752" cy="4425042"/>
            <a:chOff x="604157" y="1616530"/>
            <a:chExt cx="10929752" cy="442504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4C37ABF-0896-EC2C-9F1A-79ED07F53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4157" y="1616530"/>
              <a:ext cx="10929752" cy="4425042"/>
            </a:xfrm>
            <a:prstGeom prst="rect">
              <a:avLst/>
            </a:prstGeom>
          </p:spPr>
        </p:pic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345B8DB4-88B7-04B1-B56D-BDD452354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267"/>
            <a:stretch>
              <a:fillRect/>
            </a:stretch>
          </p:blipFill>
          <p:spPr bwMode="auto">
            <a:xfrm>
              <a:off x="5498939" y="3026185"/>
              <a:ext cx="1397102" cy="1238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1444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D564CA-0655-D7B4-CE84-FB8035473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Digital Urth: AI Acceleration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649B6-09FA-0394-7FD1-8E0A1F8022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39B4A4-93B2-1BA7-7AC2-91C467701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438507"/>
            <a:ext cx="11175546" cy="520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26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EA4FD6-E29F-F97A-C2DC-E8E9E96BA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Digital Urth: Business Context IQ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F3DAD-BB43-7864-5708-322AB3D114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BF1C06-8D84-CED9-8C77-D0777F59A9D2}"/>
              </a:ext>
            </a:extLst>
          </p:cNvPr>
          <p:cNvSpPr txBox="1"/>
          <p:nvPr/>
        </p:nvSpPr>
        <p:spPr>
          <a:xfrm>
            <a:off x="682993" y="1190861"/>
            <a:ext cx="10342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rgbClr val="FF9800"/>
                </a:solidFill>
                <a:latin typeface="Aptos" panose="020B0004020202020204" pitchFamily="34" charset="0"/>
              </a:rPr>
              <a:t>Mapping of CINQ data to enterprise glossary, Health care domain, and other metadata to enable Context Engine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5F535B-54B7-8C3A-8B14-854DA05D5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93" y="1529415"/>
            <a:ext cx="10529492" cy="510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25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17AF5-23FC-2E25-8D7B-7CEF78260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196300C-ADCE-8AE0-C586-F4AD9779CC7B}"/>
              </a:ext>
            </a:extLst>
          </p:cNvPr>
          <p:cNvSpPr/>
          <p:nvPr/>
        </p:nvSpPr>
        <p:spPr>
          <a:xfrm>
            <a:off x="4355494" y="3533026"/>
            <a:ext cx="4066947" cy="18943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Lake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EABD5D-AC2A-2107-C946-1F0485601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CINQ Data Platform + AI: High Level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BD0C3-89A8-7623-7431-32E0E519E4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512944" y="6482762"/>
            <a:ext cx="547258" cy="32943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AF16F2-83AD-DC9E-3CA5-8867E53BDF31}"/>
              </a:ext>
            </a:extLst>
          </p:cNvPr>
          <p:cNvSpPr txBox="1"/>
          <p:nvPr/>
        </p:nvSpPr>
        <p:spPr>
          <a:xfrm>
            <a:off x="768744" y="986801"/>
            <a:ext cx="10744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1600" b="0" i="0">
                <a:solidFill>
                  <a:srgbClr val="F2994A"/>
                </a:solidFill>
                <a:effectLst/>
                <a:latin typeface="Aptos" panose="020B0004020202020204" pitchFamily="34" charset="0"/>
              </a:rPr>
              <a:t>We will be leveraging AI for rapid development, adoption and operations of CINQ Data Platform. Our NLP based AI Data Engineer will </a:t>
            </a:r>
            <a:r>
              <a:rPr lang="en-US" sz="1600">
                <a:solidFill>
                  <a:srgbClr val="F2994A"/>
                </a:solidFill>
                <a:latin typeface="Aptos" panose="020B0004020202020204" pitchFamily="34" charset="0"/>
              </a:rPr>
              <a:t>governs data, builds data pipelines, manages data platform and answers data related questions.</a:t>
            </a:r>
            <a:endParaRPr lang="en-US" sz="1600">
              <a:solidFill>
                <a:srgbClr val="F2994A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811576-36F7-7389-11A6-44157178B13E}"/>
              </a:ext>
            </a:extLst>
          </p:cNvPr>
          <p:cNvSpPr/>
          <p:nvPr/>
        </p:nvSpPr>
        <p:spPr>
          <a:xfrm>
            <a:off x="1038499" y="2157559"/>
            <a:ext cx="10106502" cy="324248"/>
          </a:xfrm>
          <a:prstGeom prst="rect">
            <a:avLst/>
          </a:prstGeom>
          <a:solidFill>
            <a:srgbClr val="F2994A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Digital Urth Business Context IQ + Domain Specific Language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51B17E-B76F-BDE4-6D4C-0D21123A5606}"/>
              </a:ext>
            </a:extLst>
          </p:cNvPr>
          <p:cNvSpPr/>
          <p:nvPr/>
        </p:nvSpPr>
        <p:spPr>
          <a:xfrm>
            <a:off x="1038498" y="1760865"/>
            <a:ext cx="10106503" cy="358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Digital Urth -  NLP Layer for all user input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240D47B-FB92-C5E9-16E5-A95FA63BB75C}"/>
              </a:ext>
            </a:extLst>
          </p:cNvPr>
          <p:cNvGrpSpPr/>
          <p:nvPr/>
        </p:nvGrpSpPr>
        <p:grpSpPr>
          <a:xfrm>
            <a:off x="1038496" y="2560513"/>
            <a:ext cx="10106505" cy="882650"/>
            <a:chOff x="377935" y="2139043"/>
            <a:chExt cx="11537619" cy="8826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95FDA0-E332-A6E6-A115-6E5980A25540}"/>
                </a:ext>
              </a:extLst>
            </p:cNvPr>
            <p:cNvSpPr/>
            <p:nvPr/>
          </p:nvSpPr>
          <p:spPr>
            <a:xfrm>
              <a:off x="377935" y="2139043"/>
              <a:ext cx="11537619" cy="8826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FCE9BEE-931B-5222-BE7D-D83CC76F0889}"/>
                </a:ext>
              </a:extLst>
            </p:cNvPr>
            <p:cNvSpPr txBox="1"/>
            <p:nvPr/>
          </p:nvSpPr>
          <p:spPr>
            <a:xfrm>
              <a:off x="10362670" y="2578006"/>
              <a:ext cx="12602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Data Delivery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110677-60AD-23F4-ECEC-95B4D4B00F99}"/>
                </a:ext>
              </a:extLst>
            </p:cNvPr>
            <p:cNvSpPr txBox="1"/>
            <p:nvPr/>
          </p:nvSpPr>
          <p:spPr>
            <a:xfrm>
              <a:off x="2577441" y="2611916"/>
              <a:ext cx="11705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Data Quality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FA675F-DCBE-7A01-5170-1632E67710AB}"/>
                </a:ext>
              </a:extLst>
            </p:cNvPr>
            <p:cNvSpPr txBox="1"/>
            <p:nvPr/>
          </p:nvSpPr>
          <p:spPr>
            <a:xfrm>
              <a:off x="537698" y="2611916"/>
              <a:ext cx="15872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Data Governance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FE41CA-25E4-1384-9356-11305597410B}"/>
                </a:ext>
              </a:extLst>
            </p:cNvPr>
            <p:cNvSpPr txBox="1"/>
            <p:nvPr/>
          </p:nvSpPr>
          <p:spPr>
            <a:xfrm>
              <a:off x="4151086" y="2611916"/>
              <a:ext cx="13404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Data Pipelines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08BB918-ABF0-5393-2146-2E5B834A7FBB}"/>
                </a:ext>
              </a:extLst>
            </p:cNvPr>
            <p:cNvSpPr txBox="1"/>
            <p:nvPr/>
          </p:nvSpPr>
          <p:spPr>
            <a:xfrm>
              <a:off x="5909870" y="2601903"/>
              <a:ext cx="16482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Data Observability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4E4061-F857-57AE-1DC8-F47F834EE0B3}"/>
                </a:ext>
              </a:extLst>
            </p:cNvPr>
            <p:cNvSpPr txBox="1"/>
            <p:nvPr/>
          </p:nvSpPr>
          <p:spPr>
            <a:xfrm>
              <a:off x="8082973" y="2601149"/>
              <a:ext cx="20279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Platform Operations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7CA8063-1C3A-A363-E921-634A33F31AD0}"/>
                </a:ext>
              </a:extLst>
            </p:cNvPr>
            <p:cNvSpPr txBox="1"/>
            <p:nvPr/>
          </p:nvSpPr>
          <p:spPr>
            <a:xfrm>
              <a:off x="4959129" y="2139043"/>
              <a:ext cx="1901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AI DATA ENGINEER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D0E8F513-E302-C014-0D6C-1E5FA75A4C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542" t="17974" r="28569" b="24139"/>
          <a:stretch>
            <a:fillRect/>
          </a:stretch>
        </p:blipFill>
        <p:spPr>
          <a:xfrm>
            <a:off x="7534817" y="4720859"/>
            <a:ext cx="804676" cy="59435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F884253-F74C-3D39-2712-6B10DD9BC9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001" b="24061"/>
          <a:stretch>
            <a:fillRect/>
          </a:stretch>
        </p:blipFill>
        <p:spPr>
          <a:xfrm>
            <a:off x="5284765" y="4901044"/>
            <a:ext cx="997418" cy="365582"/>
          </a:xfrm>
          <a:prstGeom prst="rect">
            <a:avLst/>
          </a:prstGeom>
        </p:spPr>
      </p:pic>
      <p:pic>
        <p:nvPicPr>
          <p:cNvPr id="5128" name="Picture 8" descr="Data Scenarios Involving Azure Data Lake Storage Gen2">
            <a:extLst>
              <a:ext uri="{FF2B5EF4-FFF2-40B4-BE49-F238E27FC236}">
                <a16:creationId xmlns:a16="http://schemas.microsoft.com/office/drawing/2014/main" id="{5817FC8B-E584-33D9-19A6-F7D5DCCD1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943" y="4699631"/>
            <a:ext cx="1285874" cy="63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3D5248D-039E-3987-46A8-6819F6506639}"/>
              </a:ext>
            </a:extLst>
          </p:cNvPr>
          <p:cNvSpPr/>
          <p:nvPr/>
        </p:nvSpPr>
        <p:spPr>
          <a:xfrm>
            <a:off x="938483" y="1643276"/>
            <a:ext cx="10315032" cy="5004202"/>
          </a:xfrm>
          <a:prstGeom prst="rect">
            <a:avLst/>
          </a:prstGeom>
          <a:noFill/>
          <a:ln w="38100">
            <a:solidFill>
              <a:srgbClr val="FF9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8" name="Picture 4" descr="Getting started with Claude.ai | Claude">
            <a:extLst>
              <a:ext uri="{FF2B5EF4-FFF2-40B4-BE49-F238E27FC236}">
                <a16:creationId xmlns:a16="http://schemas.microsoft.com/office/drawing/2014/main" id="{9A76EF00-5EAE-A05A-29FE-EC2C3DECD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204" y="2616797"/>
            <a:ext cx="722813" cy="37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tabricks Logo, symbol, meaning, history, PNG, brand">
            <a:extLst>
              <a:ext uri="{FF2B5EF4-FFF2-40B4-BE49-F238E27FC236}">
                <a16:creationId xmlns:a16="http://schemas.microsoft.com/office/drawing/2014/main" id="{DC334FB1-C1C8-8D82-DAB8-AD6466617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673" y="4889706"/>
            <a:ext cx="649924" cy="36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8F9CDE-E6DD-8F14-D8EC-1107CE3C207B}"/>
              </a:ext>
            </a:extLst>
          </p:cNvPr>
          <p:cNvSpPr/>
          <p:nvPr/>
        </p:nvSpPr>
        <p:spPr>
          <a:xfrm>
            <a:off x="1031477" y="3533026"/>
            <a:ext cx="2851887" cy="18943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Source Data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31270B88-4DD6-BB17-CDD9-0336D335630B}"/>
              </a:ext>
            </a:extLst>
          </p:cNvPr>
          <p:cNvSpPr/>
          <p:nvPr/>
        </p:nvSpPr>
        <p:spPr>
          <a:xfrm>
            <a:off x="4662376" y="3880526"/>
            <a:ext cx="1309144" cy="552386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Bronze</a:t>
            </a: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DD93C21C-681C-23C2-B15C-3DAE62D07DD2}"/>
              </a:ext>
            </a:extLst>
          </p:cNvPr>
          <p:cNvSpPr/>
          <p:nvPr/>
        </p:nvSpPr>
        <p:spPr>
          <a:xfrm>
            <a:off x="5842166" y="3892134"/>
            <a:ext cx="1309144" cy="552386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Silver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91BFF103-EB69-1C8E-B77F-D344BD974F9F}"/>
              </a:ext>
            </a:extLst>
          </p:cNvPr>
          <p:cNvSpPr/>
          <p:nvPr/>
        </p:nvSpPr>
        <p:spPr>
          <a:xfrm>
            <a:off x="7006857" y="3892134"/>
            <a:ext cx="1309144" cy="552386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Gold</a:t>
            </a: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4D612DC5-A3AB-EFE0-FBEE-28AAFE9FD122}"/>
              </a:ext>
            </a:extLst>
          </p:cNvPr>
          <p:cNvSpPr/>
          <p:nvPr/>
        </p:nvSpPr>
        <p:spPr>
          <a:xfrm>
            <a:off x="1149644" y="4194688"/>
            <a:ext cx="594700" cy="391855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050"/>
              <a:t>ADT</a:t>
            </a: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2F1D7F46-BBA1-C5D1-B7CD-EAAA007FC090}"/>
              </a:ext>
            </a:extLst>
          </p:cNvPr>
          <p:cNvSpPr/>
          <p:nvPr/>
        </p:nvSpPr>
        <p:spPr>
          <a:xfrm>
            <a:off x="1689453" y="4483778"/>
            <a:ext cx="594700" cy="391855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050"/>
              <a:t>Claims</a:t>
            </a: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90469A05-20BE-C867-971F-D239388B3FFD}"/>
              </a:ext>
            </a:extLst>
          </p:cNvPr>
          <p:cNvSpPr/>
          <p:nvPr/>
        </p:nvSpPr>
        <p:spPr>
          <a:xfrm>
            <a:off x="1728781" y="4032113"/>
            <a:ext cx="594700" cy="391855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050"/>
              <a:t>Roster</a:t>
            </a:r>
          </a:p>
        </p:txBody>
      </p:sp>
      <p:pic>
        <p:nvPicPr>
          <p:cNvPr id="2052" name="Picture 4" descr="Json file - Free ui icons">
            <a:extLst>
              <a:ext uri="{FF2B5EF4-FFF2-40B4-BE49-F238E27FC236}">
                <a16:creationId xmlns:a16="http://schemas.microsoft.com/office/drawing/2014/main" id="{F3DEA943-102E-1214-2C24-343452480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890" y="4049155"/>
            <a:ext cx="391855" cy="39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87C24F1-61CD-04E1-B7F4-543C2F160504}"/>
              </a:ext>
            </a:extLst>
          </p:cNvPr>
          <p:cNvGrpSpPr/>
          <p:nvPr/>
        </p:nvGrpSpPr>
        <p:grpSpPr>
          <a:xfrm>
            <a:off x="2538974" y="4146179"/>
            <a:ext cx="581779" cy="633410"/>
            <a:chOff x="2538974" y="4146179"/>
            <a:chExt cx="581779" cy="633410"/>
          </a:xfrm>
        </p:grpSpPr>
        <p:pic>
          <p:nvPicPr>
            <p:cNvPr id="2050" name="Picture 2" descr="TXT File - Free computer icons">
              <a:extLst>
                <a:ext uri="{FF2B5EF4-FFF2-40B4-BE49-F238E27FC236}">
                  <a16:creationId xmlns:a16="http://schemas.microsoft.com/office/drawing/2014/main" id="{73D78D2D-0624-E02D-F100-7D5F3545F5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6147" y="4146179"/>
              <a:ext cx="374813" cy="3748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Understanding HL7 and FHIR.. “HL7” also known as “Health Level Seven… | by Amol | Medium">
              <a:extLst>
                <a:ext uri="{FF2B5EF4-FFF2-40B4-BE49-F238E27FC236}">
                  <a16:creationId xmlns:a16="http://schemas.microsoft.com/office/drawing/2014/main" id="{81FA489F-5AC9-D764-8351-FC6DB825C4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8974" y="4488699"/>
              <a:ext cx="581779" cy="290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6" name="Picture 8" descr="Sticker | HL7 Store">
            <a:extLst>
              <a:ext uri="{FF2B5EF4-FFF2-40B4-BE49-F238E27FC236}">
                <a16:creationId xmlns:a16="http://schemas.microsoft.com/office/drawing/2014/main" id="{CB8764AF-B1C4-14D6-139A-8DF644B599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25" b="28394"/>
          <a:stretch>
            <a:fillRect/>
          </a:stretch>
        </p:blipFill>
        <p:spPr bwMode="auto">
          <a:xfrm>
            <a:off x="3206257" y="4514325"/>
            <a:ext cx="581779" cy="263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22D91196-CCA9-3A96-FC44-3070419982C2}"/>
              </a:ext>
            </a:extLst>
          </p:cNvPr>
          <p:cNvSpPr/>
          <p:nvPr/>
        </p:nvSpPr>
        <p:spPr>
          <a:xfrm>
            <a:off x="3964388" y="4434256"/>
            <a:ext cx="321056" cy="3084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BFECCCD-7FC1-F8A7-351E-60DC91325A76}"/>
              </a:ext>
            </a:extLst>
          </p:cNvPr>
          <p:cNvSpPr/>
          <p:nvPr/>
        </p:nvSpPr>
        <p:spPr>
          <a:xfrm>
            <a:off x="1055613" y="5503356"/>
            <a:ext cx="10106505" cy="2943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/>
              <a:t>DevOps (CI/CD)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947586C-813C-C7DC-0BD8-084EB35E2370}"/>
              </a:ext>
            </a:extLst>
          </p:cNvPr>
          <p:cNvSpPr/>
          <p:nvPr/>
        </p:nvSpPr>
        <p:spPr>
          <a:xfrm>
            <a:off x="8907340" y="3533026"/>
            <a:ext cx="2237661" cy="18943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Consumption</a:t>
            </a:r>
          </a:p>
        </p:txBody>
      </p:sp>
      <p:pic>
        <p:nvPicPr>
          <p:cNvPr id="2058" name="Picture 10" descr="Artificial Intelligence AI Icon SVG Vector &amp; PNG Free Download | UXWing">
            <a:extLst>
              <a:ext uri="{FF2B5EF4-FFF2-40B4-BE49-F238E27FC236}">
                <a16:creationId xmlns:a16="http://schemas.microsoft.com/office/drawing/2014/main" id="{26603B2E-CEAC-C63C-C1F4-599C30B00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8571" y="4021380"/>
            <a:ext cx="482087" cy="49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Hexagon 38">
            <a:extLst>
              <a:ext uri="{FF2B5EF4-FFF2-40B4-BE49-F238E27FC236}">
                <a16:creationId xmlns:a16="http://schemas.microsoft.com/office/drawing/2014/main" id="{48F49EDF-3825-F546-BBF6-997EE8398ED0}"/>
              </a:ext>
            </a:extLst>
          </p:cNvPr>
          <p:cNvSpPr/>
          <p:nvPr/>
        </p:nvSpPr>
        <p:spPr>
          <a:xfrm>
            <a:off x="9140418" y="4761420"/>
            <a:ext cx="722087" cy="391855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050"/>
              <a:t>Delivery</a:t>
            </a:r>
          </a:p>
        </p:txBody>
      </p:sp>
      <p:sp>
        <p:nvSpPr>
          <p:cNvPr id="40" name="Hexagon 39">
            <a:extLst>
              <a:ext uri="{FF2B5EF4-FFF2-40B4-BE49-F238E27FC236}">
                <a16:creationId xmlns:a16="http://schemas.microsoft.com/office/drawing/2014/main" id="{3D8ADCF4-7B02-D93E-5549-879F70378458}"/>
              </a:ext>
            </a:extLst>
          </p:cNvPr>
          <p:cNvSpPr/>
          <p:nvPr/>
        </p:nvSpPr>
        <p:spPr>
          <a:xfrm>
            <a:off x="9975671" y="4757324"/>
            <a:ext cx="722087" cy="391855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050"/>
              <a:t>Analysis</a:t>
            </a:r>
          </a:p>
        </p:txBody>
      </p:sp>
      <p:pic>
        <p:nvPicPr>
          <p:cNvPr id="2060" name="Picture 12" descr="Power BI Logo, symbol, meaning, history, PNG, brand">
            <a:extLst>
              <a:ext uri="{FF2B5EF4-FFF2-40B4-BE49-F238E27FC236}">
                <a16:creationId xmlns:a16="http://schemas.microsoft.com/office/drawing/2014/main" id="{2D39215F-D437-06F0-0081-602785765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504" y="4005469"/>
            <a:ext cx="819598" cy="45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Arrow: Right 40">
            <a:extLst>
              <a:ext uri="{FF2B5EF4-FFF2-40B4-BE49-F238E27FC236}">
                <a16:creationId xmlns:a16="http://schemas.microsoft.com/office/drawing/2014/main" id="{7EBFA31A-E925-A460-8548-F426A77A1C65}"/>
              </a:ext>
            </a:extLst>
          </p:cNvPr>
          <p:cNvSpPr/>
          <p:nvPr/>
        </p:nvSpPr>
        <p:spPr>
          <a:xfrm>
            <a:off x="4527388" y="4426784"/>
            <a:ext cx="3779756" cy="3234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>
                <a:solidFill>
                  <a:schemeClr val="bg1"/>
                </a:solidFill>
              </a:rPr>
              <a:t>RBAC/Audit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E57FC01-C1F3-0D23-6971-36D324086806}"/>
              </a:ext>
            </a:extLst>
          </p:cNvPr>
          <p:cNvSpPr/>
          <p:nvPr/>
        </p:nvSpPr>
        <p:spPr>
          <a:xfrm>
            <a:off x="1090107" y="5814066"/>
            <a:ext cx="10054893" cy="6871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Observability</a:t>
            </a:r>
          </a:p>
        </p:txBody>
      </p:sp>
      <p:sp>
        <p:nvSpPr>
          <p:cNvPr id="44" name="Hexagon 43">
            <a:extLst>
              <a:ext uri="{FF2B5EF4-FFF2-40B4-BE49-F238E27FC236}">
                <a16:creationId xmlns:a16="http://schemas.microsoft.com/office/drawing/2014/main" id="{49F0E6CF-1BF7-60BA-89F3-7856CF6EA8A4}"/>
              </a:ext>
            </a:extLst>
          </p:cNvPr>
          <p:cNvSpPr/>
          <p:nvPr/>
        </p:nvSpPr>
        <p:spPr>
          <a:xfrm>
            <a:off x="2750976" y="5950032"/>
            <a:ext cx="722087" cy="391855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050"/>
              <a:t>SLA</a:t>
            </a:r>
          </a:p>
        </p:txBody>
      </p:sp>
      <p:sp>
        <p:nvSpPr>
          <p:cNvPr id="45" name="Hexagon 44">
            <a:extLst>
              <a:ext uri="{FF2B5EF4-FFF2-40B4-BE49-F238E27FC236}">
                <a16:creationId xmlns:a16="http://schemas.microsoft.com/office/drawing/2014/main" id="{380D48D7-A6BE-AC41-1889-C2C7EC6C9209}"/>
              </a:ext>
            </a:extLst>
          </p:cNvPr>
          <p:cNvSpPr/>
          <p:nvPr/>
        </p:nvSpPr>
        <p:spPr>
          <a:xfrm>
            <a:off x="3543671" y="5950032"/>
            <a:ext cx="722087" cy="391855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050"/>
              <a:t>Monitor</a:t>
            </a:r>
          </a:p>
        </p:txBody>
      </p:sp>
      <p:sp>
        <p:nvSpPr>
          <p:cNvPr id="46" name="Hexagon 45">
            <a:extLst>
              <a:ext uri="{FF2B5EF4-FFF2-40B4-BE49-F238E27FC236}">
                <a16:creationId xmlns:a16="http://schemas.microsoft.com/office/drawing/2014/main" id="{9C68E66F-DA9C-3544-883F-CC33B3E152AF}"/>
              </a:ext>
            </a:extLst>
          </p:cNvPr>
          <p:cNvSpPr/>
          <p:nvPr/>
        </p:nvSpPr>
        <p:spPr>
          <a:xfrm>
            <a:off x="4380131" y="5961705"/>
            <a:ext cx="722087" cy="391855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050"/>
              <a:t>Alerts</a:t>
            </a:r>
          </a:p>
        </p:txBody>
      </p:sp>
      <p:pic>
        <p:nvPicPr>
          <p:cNvPr id="2062" name="Picture 14" descr="Postgresql plain wordmark logo - free Icon PNG, SVG">
            <a:extLst>
              <a:ext uri="{FF2B5EF4-FFF2-40B4-BE49-F238E27FC236}">
                <a16:creationId xmlns:a16="http://schemas.microsoft.com/office/drawing/2014/main" id="{BC104CE6-1BFA-625A-052D-71C646B8C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170" y="5915050"/>
            <a:ext cx="485164" cy="48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77F36C2-E51B-4525-D8F9-37D90CB95372}"/>
              </a:ext>
            </a:extLst>
          </p:cNvPr>
          <p:cNvCxnSpPr/>
          <p:nvPr/>
        </p:nvCxnSpPr>
        <p:spPr>
          <a:xfrm>
            <a:off x="5572763" y="5900518"/>
            <a:ext cx="0" cy="571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4" name="Picture 16" descr="Email Icon Vector Art, Icons, and Graphics for Free Download">
            <a:extLst>
              <a:ext uri="{FF2B5EF4-FFF2-40B4-BE49-F238E27FC236}">
                <a16:creationId xmlns:a16="http://schemas.microsoft.com/office/drawing/2014/main" id="{9487EDB6-48E0-BE48-896E-0F2758E38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914" y="5832363"/>
            <a:ext cx="639109" cy="639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32E2C7ED-7D1E-AFC7-B858-5B7458C2E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3210" y="5982854"/>
            <a:ext cx="312132" cy="312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Microsoft Teams Icon SVG Vector &amp; PNG Free Download | UXWing">
            <a:extLst>
              <a:ext uri="{FF2B5EF4-FFF2-40B4-BE49-F238E27FC236}">
                <a16:creationId xmlns:a16="http://schemas.microsoft.com/office/drawing/2014/main" id="{FB5A6D03-8916-1362-4CE2-9103D490C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994" y="5929505"/>
            <a:ext cx="396280" cy="36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F24143C-9FCA-0AA0-D27F-3EB01EF65184}"/>
              </a:ext>
            </a:extLst>
          </p:cNvPr>
          <p:cNvSpPr txBox="1"/>
          <p:nvPr/>
        </p:nvSpPr>
        <p:spPr>
          <a:xfrm>
            <a:off x="5616595" y="5838981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Channels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C043EC8-4A1E-DB30-4539-AD0925CB5A0A}"/>
              </a:ext>
            </a:extLst>
          </p:cNvPr>
          <p:cNvCxnSpPr/>
          <p:nvPr/>
        </p:nvCxnSpPr>
        <p:spPr>
          <a:xfrm>
            <a:off x="8849034" y="5878025"/>
            <a:ext cx="0" cy="571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D35B7FC-EF6E-009D-B545-1F48074236E5}"/>
              </a:ext>
            </a:extLst>
          </p:cNvPr>
          <p:cNvSpPr txBox="1"/>
          <p:nvPr/>
        </p:nvSpPr>
        <p:spPr>
          <a:xfrm>
            <a:off x="9091011" y="5884349"/>
            <a:ext cx="1159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Operational </a:t>
            </a:r>
          </a:p>
          <a:p>
            <a:pPr algn="ctr"/>
            <a:r>
              <a:rPr lang="en-US"/>
              <a:t>Data Store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B9487860-4255-42D7-B89D-313B6CE66776}"/>
              </a:ext>
            </a:extLst>
          </p:cNvPr>
          <p:cNvSpPr/>
          <p:nvPr/>
        </p:nvSpPr>
        <p:spPr>
          <a:xfrm>
            <a:off x="8549088" y="4434256"/>
            <a:ext cx="321056" cy="3084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utoShape 2" descr="Image result for langgrah icon">
            <a:extLst>
              <a:ext uri="{FF2B5EF4-FFF2-40B4-BE49-F238E27FC236}">
                <a16:creationId xmlns:a16="http://schemas.microsoft.com/office/drawing/2014/main" id="{4EF7E026-36F0-77A9-DAAF-54D9C44929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4" descr="Exploring the Power of LangGraph: A Revolutionary AI Agent">
            <a:extLst>
              <a:ext uri="{FF2B5EF4-FFF2-40B4-BE49-F238E27FC236}">
                <a16:creationId xmlns:a16="http://schemas.microsoft.com/office/drawing/2014/main" id="{52DD50D8-2B2E-E606-A0A3-16C76E2AA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530" y="2615138"/>
            <a:ext cx="1421558" cy="21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688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DA872A-B334-4234-F799-1A460775F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Infra Components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35932E-5393-CDE1-AF6C-118430D86E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666923-2A5F-51B3-9261-7F104AF61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418523"/>
              </p:ext>
            </p:extLst>
          </p:nvPr>
        </p:nvGraphicFramePr>
        <p:xfrm>
          <a:off x="647155" y="1373191"/>
          <a:ext cx="10601416" cy="4901401"/>
        </p:xfrm>
        <a:graphic>
          <a:graphicData uri="http://schemas.openxmlformats.org/drawingml/2006/table">
            <a:tbl>
              <a:tblPr>
                <a:tableStyleId>{DBA8E064-15B9-4F7A-ACEA-B24B4CE3E799}</a:tableStyleId>
              </a:tblPr>
              <a:tblGrid>
                <a:gridCol w="1995128">
                  <a:extLst>
                    <a:ext uri="{9D8B030D-6E8A-4147-A177-3AD203B41FA5}">
                      <a16:colId xmlns:a16="http://schemas.microsoft.com/office/drawing/2014/main" val="3575487821"/>
                    </a:ext>
                  </a:extLst>
                </a:gridCol>
                <a:gridCol w="2323080">
                  <a:extLst>
                    <a:ext uri="{9D8B030D-6E8A-4147-A177-3AD203B41FA5}">
                      <a16:colId xmlns:a16="http://schemas.microsoft.com/office/drawing/2014/main" val="3089257462"/>
                    </a:ext>
                  </a:extLst>
                </a:gridCol>
                <a:gridCol w="2700582">
                  <a:extLst>
                    <a:ext uri="{9D8B030D-6E8A-4147-A177-3AD203B41FA5}">
                      <a16:colId xmlns:a16="http://schemas.microsoft.com/office/drawing/2014/main" val="3739039908"/>
                    </a:ext>
                  </a:extLst>
                </a:gridCol>
                <a:gridCol w="3582626">
                  <a:extLst>
                    <a:ext uri="{9D8B030D-6E8A-4147-A177-3AD203B41FA5}">
                      <a16:colId xmlns:a16="http://schemas.microsoft.com/office/drawing/2014/main" val="3332278987"/>
                    </a:ext>
                  </a:extLst>
                </a:gridCol>
              </a:tblGrid>
              <a:tr h="47035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Layer </a:t>
                      </a:r>
                      <a:endParaRPr lang="en-US" sz="2000" b="1" i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Capability </a:t>
                      </a:r>
                      <a:endParaRPr lang="en-US" sz="2000" b="1" i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Technology </a:t>
                      </a:r>
                      <a:endParaRPr lang="en-US" sz="2000" b="1" i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Business Value </a:t>
                      </a:r>
                      <a:endParaRPr lang="en-US" sz="2000" b="1" i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rgbClr val="F29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605879"/>
                  </a:ext>
                </a:extLst>
              </a:tr>
              <a:tr h="49082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Orchestration</a:t>
                      </a:r>
                      <a:r>
                        <a:rPr lang="en-US" sz="1600" b="0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000" b="0" i="0">
                        <a:solidFill>
                          <a:srgbClr val="F2994A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Automated pipelines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Apache Airflow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Reduce manual effort, faster data delivery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6396985"/>
                  </a:ext>
                </a:extLst>
              </a:tr>
              <a:tr h="68988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Processing</a:t>
                      </a:r>
                      <a:r>
                        <a:rPr lang="en-US" sz="1600" b="0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000" b="0" i="0">
                        <a:solidFill>
                          <a:srgbClr val="F2994A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Scalable Spark compute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Azure Databricks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Handle large healthcare datasets efficiently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2396"/>
                  </a:ext>
                </a:extLst>
              </a:tr>
              <a:tr h="49082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Storage</a:t>
                      </a:r>
                      <a:r>
                        <a:rPr lang="en-US" sz="1600" b="0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000" b="0" i="0">
                        <a:solidFill>
                          <a:srgbClr val="F2994A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Raw + curated zones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ADLS Gen2, Blob Storage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Enable audit, replay, and trusted analytics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01375"/>
                  </a:ext>
                </a:extLst>
              </a:tr>
              <a:tr h="68988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Governance</a:t>
                      </a:r>
                      <a:r>
                        <a:rPr lang="en-US" sz="1600" b="0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000" b="0" i="0">
                        <a:solidFill>
                          <a:srgbClr val="F2994A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Unity Catalog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Unity Catalog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Ensure compliance and controlled data access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643439"/>
                  </a:ext>
                </a:extLst>
              </a:tr>
              <a:tr h="68988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Control Tier</a:t>
                      </a:r>
                      <a:r>
                        <a:rPr lang="en-US" sz="1600" b="0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000" b="0" i="0">
                        <a:solidFill>
                          <a:srgbClr val="F2994A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Catalog and Operations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AKS, PostgreSQL Flexible Server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Single plane view for Operations and Automation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053830"/>
                  </a:ext>
                </a:extLst>
              </a:tr>
              <a:tr h="68988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Foundation models</a:t>
                      </a:r>
                      <a:r>
                        <a:rPr lang="en-US" sz="1600" b="0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000" b="0" i="0">
                        <a:solidFill>
                          <a:srgbClr val="F2994A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AI Foundation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Azure AI Foundry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Scalable and secure AI adaptation and acceleration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667913"/>
                  </a:ext>
                </a:extLst>
              </a:tr>
              <a:tr h="68988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Security</a:t>
                      </a:r>
                      <a:r>
                        <a:rPr lang="en-US" sz="1600" b="0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000" b="0" i="0">
                        <a:solidFill>
                          <a:srgbClr val="F2994A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Private endpoints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Key Vault, Private Endpoints, Managed Identity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Aptos" panose="020B0004020202020204" pitchFamily="34" charset="0"/>
                        </a:rPr>
                        <a:t>Reduce breach risk and regulatory exposure </a:t>
                      </a:r>
                      <a:endParaRPr lang="en-US" sz="1800" b="0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451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150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C9583-F915-73C4-E601-9BA66102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9D3509-9329-21D4-3296-CFB10C3FA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CINQ Business Components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2182E2-15FC-47BF-AC31-9D642339A2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BED14C-4F86-B637-ACED-2896A98A6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747197"/>
              </p:ext>
            </p:extLst>
          </p:nvPr>
        </p:nvGraphicFramePr>
        <p:xfrm>
          <a:off x="778896" y="1226828"/>
          <a:ext cx="10938131" cy="4951985"/>
        </p:xfrm>
        <a:graphic>
          <a:graphicData uri="http://schemas.openxmlformats.org/drawingml/2006/table">
            <a:tbl>
              <a:tblPr>
                <a:tableStyleId>{DBA8E064-15B9-4F7A-ACEA-B24B4CE3E799}</a:tableStyleId>
              </a:tblPr>
              <a:tblGrid>
                <a:gridCol w="1982811">
                  <a:extLst>
                    <a:ext uri="{9D8B030D-6E8A-4147-A177-3AD203B41FA5}">
                      <a16:colId xmlns:a16="http://schemas.microsoft.com/office/drawing/2014/main" val="2893427959"/>
                    </a:ext>
                  </a:extLst>
                </a:gridCol>
                <a:gridCol w="6411322">
                  <a:extLst>
                    <a:ext uri="{9D8B030D-6E8A-4147-A177-3AD203B41FA5}">
                      <a16:colId xmlns:a16="http://schemas.microsoft.com/office/drawing/2014/main" val="1049752610"/>
                    </a:ext>
                  </a:extLst>
                </a:gridCol>
                <a:gridCol w="2543998">
                  <a:extLst>
                    <a:ext uri="{9D8B030D-6E8A-4147-A177-3AD203B41FA5}">
                      <a16:colId xmlns:a16="http://schemas.microsoft.com/office/drawing/2014/main" val="2372715673"/>
                    </a:ext>
                  </a:extLst>
                </a:gridCol>
              </a:tblGrid>
              <a:tr h="4568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Component</a:t>
                      </a:r>
                      <a:endParaRPr lang="en-IN" sz="160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0402" marR="50402" marT="25201" marB="25201" anchor="ctr"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Capability</a:t>
                      </a:r>
                      <a:endParaRPr lang="en-IN" sz="160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0402" marR="50402" marT="25201" marB="25201" anchor="ctr"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Tech ( Aligned)</a:t>
                      </a:r>
                      <a:endParaRPr lang="en-IN" sz="160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0402" marR="50402" marT="25201" marB="25201" anchor="ctr">
                    <a:solidFill>
                      <a:srgbClr val="F29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1050"/>
                  </a:ext>
                </a:extLst>
              </a:tr>
              <a:tr h="1154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F2994A"/>
                          </a:solidFill>
                          <a:latin typeface="Aptos" panose="020B0004020202020204" pitchFamily="34" charset="0"/>
                        </a:rPr>
                        <a:t>Context Engine</a:t>
                      </a:r>
                      <a:endParaRPr lang="en-IN" sz="1600">
                        <a:solidFill>
                          <a:srgbClr val="F2994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0402" marR="50402" marT="25201" marB="25201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Semantic understanding of data (schema + business meaning)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Mapping of data to Healthcare domain, and other key items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Maps business terms to physical data (FHIR, Claims, ADT, etc.)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Powers AI-driven query generation &amp; recommendations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Enables Context IQ for smarter decisions</a:t>
                      </a:r>
                    </a:p>
                  </a:txBody>
                  <a:tcPr marL="50402" marR="50402" marT="25201" marB="252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LLM-powered Context Engine  - Vector store (metadata + embeddings) - Azure AI Foundry (LLMs)</a:t>
                      </a:r>
                    </a:p>
                  </a:txBody>
                  <a:tcPr marL="50402" marR="50402" marT="25201" marB="25201" anchor="ctr"/>
                </a:tc>
                <a:extLst>
                  <a:ext uri="{0D108BD9-81ED-4DB2-BD59-A6C34878D82A}">
                    <a16:rowId xmlns:a16="http://schemas.microsoft.com/office/drawing/2014/main" val="4189118158"/>
                  </a:ext>
                </a:extLst>
              </a:tr>
              <a:tr h="842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F2994A"/>
                          </a:solidFill>
                          <a:latin typeface="Aptos" panose="020B0004020202020204" pitchFamily="34" charset="0"/>
                        </a:rPr>
                        <a:t>Self Service – Data Onboarding</a:t>
                      </a:r>
                      <a:endParaRPr lang="en-IN" sz="1600">
                        <a:solidFill>
                          <a:srgbClr val="F2994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0402" marR="50402" marT="25201" marB="25201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Rapid onboarding of new data sources (FHIR, CCLF, APIs, files)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Auto schema inference &amp; mapping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Guided ingestion workflows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Minimal engineering dependency</a:t>
                      </a:r>
                    </a:p>
                  </a:txBody>
                  <a:tcPr marL="50402" marR="50402" marT="25201" marB="252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Databricks (ingestion pipelines) - Airflow (orchestration) - ADLS Gen2 (landing / bronze)</a:t>
                      </a:r>
                    </a:p>
                  </a:txBody>
                  <a:tcPr marL="50402" marR="50402" marT="25201" marB="25201" anchor="ctr"/>
                </a:tc>
                <a:extLst>
                  <a:ext uri="{0D108BD9-81ED-4DB2-BD59-A6C34878D82A}">
                    <a16:rowId xmlns:a16="http://schemas.microsoft.com/office/drawing/2014/main" val="1421019106"/>
                  </a:ext>
                </a:extLst>
              </a:tr>
              <a:tr h="842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F2994A"/>
                          </a:solidFill>
                          <a:latin typeface="Aptos" panose="020B0004020202020204" pitchFamily="34" charset="0"/>
                        </a:rPr>
                        <a:t>Business Rules Engine</a:t>
                      </a:r>
                      <a:endParaRPr lang="en-IN" sz="1600">
                        <a:solidFill>
                          <a:srgbClr val="F2994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0402" marR="50402" marT="25201" marB="25201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Define and manage transformation rules (SQL / no-code)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Supports complex joins, aggregations, validations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Rule versioning &amp; reusability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AI-assisted rule generation (NLP → SQL)</a:t>
                      </a:r>
                    </a:p>
                  </a:txBody>
                  <a:tcPr marL="50402" marR="50402" marT="25201" marB="252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Rules Engine (LLM-assisted) - Databricks (execution layer) - SQL / PySpark</a:t>
                      </a:r>
                    </a:p>
                  </a:txBody>
                  <a:tcPr marL="50402" marR="50402" marT="25201" marB="25201" anchor="ctr"/>
                </a:tc>
                <a:extLst>
                  <a:ext uri="{0D108BD9-81ED-4DB2-BD59-A6C34878D82A}">
                    <a16:rowId xmlns:a16="http://schemas.microsoft.com/office/drawing/2014/main" val="100996514"/>
                  </a:ext>
                </a:extLst>
              </a:tr>
              <a:tr h="687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F2994A"/>
                          </a:solidFill>
                          <a:latin typeface="Aptos" panose="020B0004020202020204" pitchFamily="34" charset="0"/>
                        </a:rPr>
                        <a:t>Data Catalog</a:t>
                      </a:r>
                      <a:endParaRPr lang="en-IN" sz="1600">
                        <a:solidFill>
                          <a:srgbClr val="F2994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0402" marR="50402" marT="25201" marB="25201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Central metadata repository (tables, columns, lineage) - Business glossary &amp; semantic layer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Search &amp; discovery of datasets - Enables governance &amp; reuse</a:t>
                      </a:r>
                    </a:p>
                  </a:txBody>
                  <a:tcPr marL="50402" marR="50402" marT="25201" marB="252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Unity Catalog (Databricks) - Metadata store (Postgres) - Context Layer</a:t>
                      </a:r>
                    </a:p>
                  </a:txBody>
                  <a:tcPr marL="50402" marR="50402" marT="25201" marB="25201" anchor="ctr"/>
                </a:tc>
                <a:extLst>
                  <a:ext uri="{0D108BD9-81ED-4DB2-BD59-A6C34878D82A}">
                    <a16:rowId xmlns:a16="http://schemas.microsoft.com/office/drawing/2014/main" val="1032649744"/>
                  </a:ext>
                </a:extLst>
              </a:tr>
              <a:tr h="842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F2994A"/>
                          </a:solidFill>
                          <a:latin typeface="Aptos" panose="020B0004020202020204" pitchFamily="34" charset="0"/>
                        </a:rPr>
                        <a:t>Data Observability</a:t>
                      </a:r>
                      <a:endParaRPr lang="en-IN" sz="1600">
                        <a:solidFill>
                          <a:srgbClr val="F2994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0402" marR="50402" marT="25201" marB="25201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End-to-end pipeline monitoring (freshness, failures) - Data lineage tracking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Anomaly detection (volume, schema, patterns) - Alerting &amp; root cause insights</a:t>
                      </a:r>
                    </a:p>
                  </a:txBody>
                  <a:tcPr marL="50402" marR="50402" marT="25201" marB="252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Open Telemetry - Airflow + Databricks logs - Observability tools (pluggable)</a:t>
                      </a:r>
                    </a:p>
                  </a:txBody>
                  <a:tcPr marL="50402" marR="50402" marT="25201" marB="25201" anchor="ctr"/>
                </a:tc>
                <a:extLst>
                  <a:ext uri="{0D108BD9-81ED-4DB2-BD59-A6C34878D82A}">
                    <a16:rowId xmlns:a16="http://schemas.microsoft.com/office/drawing/2014/main" val="2984065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549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E10568-2EE6-1843-F0F1-D597EF696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LLM Guardrails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E45BB3-3109-A751-EA50-55E37B3E7E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925F57-A357-1604-2558-C140833E0333}"/>
              </a:ext>
            </a:extLst>
          </p:cNvPr>
          <p:cNvSpPr txBox="1"/>
          <p:nvPr/>
        </p:nvSpPr>
        <p:spPr>
          <a:xfrm>
            <a:off x="8672512" y="2340771"/>
            <a:ext cx="2966354" cy="370870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9E1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Aptos" panose="020B0004020202020204" pitchFamily="34" charset="0"/>
              </a:rPr>
              <a:t>Key Points:</a:t>
            </a:r>
          </a:p>
          <a:p>
            <a:endParaRPr lang="en-US" sz="1600" b="1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latin typeface="Aptos" panose="020B0004020202020204" pitchFamily="34" charset="0"/>
              </a:rPr>
              <a:t>100% On Prem:</a:t>
            </a:r>
            <a:r>
              <a:rPr lang="en-US">
                <a:solidFill>
                  <a:schemeClr val="tx1"/>
                </a:solidFill>
                <a:latin typeface="Aptos" panose="020B0004020202020204" pitchFamily="34" charset="0"/>
              </a:rPr>
              <a:t> DU will host their AI Data Engineer in CINQ Azure environment (container)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latin typeface="Aptos" panose="020B0004020202020204" pitchFamily="34" charset="0"/>
              </a:rPr>
              <a:t>Data Isolation: </a:t>
            </a:r>
            <a:r>
              <a:rPr lang="en-US">
                <a:solidFill>
                  <a:schemeClr val="tx1"/>
                </a:solidFill>
                <a:latin typeface="Aptos" panose="020B0004020202020204" pitchFamily="34" charset="0"/>
              </a:rPr>
              <a:t>CINQ data will be hosted in it’s own Azure infra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Aptos" panose="020B0004020202020204" pitchFamily="34" charset="0"/>
              </a:rPr>
              <a:t>DU Solution at a foundation level provides ability to classify and tag all CINQ data with HIPAA 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latin typeface="Aptos" panose="020B0004020202020204" pitchFamily="34" charset="0"/>
              </a:rPr>
              <a:t>LLM: </a:t>
            </a:r>
            <a:r>
              <a:rPr lang="en-US">
                <a:solidFill>
                  <a:schemeClr val="tx1"/>
                </a:solidFill>
                <a:latin typeface="Aptos" panose="020B0004020202020204" pitchFamily="34" charset="0"/>
              </a:rPr>
              <a:t>CINQ will implement and manage it’s own LLM, tokens, u	sage, budget, etc.,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77ACF7-855C-7992-320A-629945C24F0D}"/>
              </a:ext>
            </a:extLst>
          </p:cNvPr>
          <p:cNvSpPr txBox="1"/>
          <p:nvPr/>
        </p:nvSpPr>
        <p:spPr>
          <a:xfrm>
            <a:off x="585787" y="1255307"/>
            <a:ext cx="109481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buNone/>
            </a:pPr>
            <a:r>
              <a:rPr lang="en-IN" sz="1800">
                <a:solidFill>
                  <a:srgbClr val="F2994A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By combining AI guardrails, governance, security, and cost control, DU allows organizations to confidently deploy AI agents</a:t>
            </a:r>
            <a:r>
              <a:rPr lang="en-US" sz="1800">
                <a:solidFill>
                  <a:srgbClr val="F2994A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, </a:t>
            </a:r>
            <a:r>
              <a:rPr lang="en-IN" sz="1800">
                <a:solidFill>
                  <a:srgbClr val="F2994A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LLM applications</a:t>
            </a:r>
            <a:r>
              <a:rPr lang="en-US" sz="1800">
                <a:solidFill>
                  <a:srgbClr val="F2994A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 and </a:t>
            </a:r>
            <a:r>
              <a:rPr lang="en-IN" sz="1800">
                <a:solidFill>
                  <a:srgbClr val="F2994A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automated workflows</a:t>
            </a:r>
            <a:r>
              <a:rPr lang="en-US" sz="1800">
                <a:solidFill>
                  <a:srgbClr val="F2994A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en-IN" sz="1800">
                <a:solidFill>
                  <a:srgbClr val="F2994A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all within a secure and compliant enterprise environment.</a:t>
            </a:r>
            <a:endParaRPr lang="en-US" sz="1800">
              <a:solidFill>
                <a:srgbClr val="F2994A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32DAEC-5FCE-72A3-EDD2-802799E69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180501"/>
              </p:ext>
            </p:extLst>
          </p:nvPr>
        </p:nvGraphicFramePr>
        <p:xfrm>
          <a:off x="715297" y="2340771"/>
          <a:ext cx="7799438" cy="3733464"/>
        </p:xfrm>
        <a:graphic>
          <a:graphicData uri="http://schemas.openxmlformats.org/drawingml/2006/table">
            <a:tbl>
              <a:tblPr>
                <a:tableStyleId>{DBA8E064-15B9-4F7A-ACEA-B24B4CE3E799}</a:tableStyleId>
              </a:tblPr>
              <a:tblGrid>
                <a:gridCol w="2166511">
                  <a:extLst>
                    <a:ext uri="{9D8B030D-6E8A-4147-A177-3AD203B41FA5}">
                      <a16:colId xmlns:a16="http://schemas.microsoft.com/office/drawing/2014/main" val="2854048572"/>
                    </a:ext>
                  </a:extLst>
                </a:gridCol>
                <a:gridCol w="5632927">
                  <a:extLst>
                    <a:ext uri="{9D8B030D-6E8A-4147-A177-3AD203B41FA5}">
                      <a16:colId xmlns:a16="http://schemas.microsoft.com/office/drawing/2014/main" val="3779816143"/>
                    </a:ext>
                  </a:extLst>
                </a:gridCol>
              </a:tblGrid>
              <a:tr h="336049"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1" i="0" u="none" strike="noStrike" cap="non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Guardrail Layer</a:t>
                      </a:r>
                    </a:p>
                  </a:txBody>
                  <a:tcPr marL="88900" marR="88900" marT="50800" marB="508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1" i="0" u="none" strike="noStrike" cap="non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What It Enforces</a:t>
                      </a:r>
                    </a:p>
                  </a:txBody>
                  <a:tcPr marL="88900" marR="88900" marT="50800" marB="508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29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764381"/>
                  </a:ext>
                </a:extLst>
              </a:tr>
              <a:tr h="679483">
                <a:tc>
                  <a:txBody>
                    <a:bodyPr/>
                    <a:lstStyle/>
                    <a:p>
                      <a:pPr marR="0" algn="l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200" b="1" i="0" u="none" strike="noStrike" cap="none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LLM Guardrails</a:t>
                      </a:r>
                    </a:p>
                  </a:txBody>
                  <a:tcPr marL="88900" marR="88900" marT="50800" marB="508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Content filters (violence, hate, self-harm), PII detection &amp; masking, topic deny-lists, prompt &amp; response filtering. Client owns and manages Guardrail configs; DU references them via IAM-scoped policy.</a:t>
                      </a:r>
                    </a:p>
                  </a:txBody>
                  <a:tcPr marL="88900" marR="88900" marT="50800" marB="508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585088"/>
                  </a:ext>
                </a:extLst>
              </a:tr>
              <a:tr h="679483">
                <a:tc>
                  <a:txBody>
                    <a:bodyPr/>
                    <a:lstStyle/>
                    <a:p>
                      <a:pPr marR="0" algn="l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200" b="1" i="0" u="none" strike="noStrike" cap="none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Safety Settings</a:t>
                      </a:r>
                    </a:p>
                  </a:txBody>
                  <a:tcPr marL="88900" marR="88900" marT="50800" marB="508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Built-in toxicity &amp; prompt-injection filters, DLP integration with Workspace labels, tunable safety tiers per use-case ( relaxed for internal code-gen).</a:t>
                      </a:r>
                    </a:p>
                  </a:txBody>
                  <a:tcPr marL="88900" marR="88900" marT="50800" marB="508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317923"/>
                  </a:ext>
                </a:extLst>
              </a:tr>
              <a:tr h="679483">
                <a:tc>
                  <a:txBody>
                    <a:bodyPr/>
                    <a:lstStyle/>
                    <a:p>
                      <a:pPr marR="0" algn="l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200" b="1" i="0" u="none" strike="noStrike" cap="none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DU Policy Engine</a:t>
                      </a:r>
                    </a:p>
                  </a:txBody>
                  <a:tcPr marL="88900" marR="88900" marT="50800" marB="508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Per-agent allowed-intent lists. Jailbreak &amp; prompt-injection pattern detection before tool execution.</a:t>
                      </a:r>
                    </a:p>
                  </a:txBody>
                  <a:tcPr marL="88900" marR="88900" marT="50800" marB="508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019719"/>
                  </a:ext>
                </a:extLst>
              </a:tr>
              <a:tr h="679483">
                <a:tc>
                  <a:txBody>
                    <a:bodyPr/>
                    <a:lstStyle/>
                    <a:p>
                      <a:pPr marR="0" algn="l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200" b="1" i="0" u="none" strike="noStrike" cap="none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PII Protection (Presidio)</a:t>
                      </a:r>
                    </a:p>
                  </a:txBody>
                  <a:tcPr marL="88900" marR="88900" marT="50800" marB="508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Configurable recognizers: SSN, email, credit cards + custom regex. Auto-detection and masking/redaction before prompts reach the LLM. Tenant-testable before deployment. Differential privacy for training (DP-SGD).</a:t>
                      </a:r>
                    </a:p>
                  </a:txBody>
                  <a:tcPr marL="88900" marR="88900" marT="50800" marB="508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454849"/>
                  </a:ext>
                </a:extLst>
              </a:tr>
              <a:tr h="679483">
                <a:tc>
                  <a:txBody>
                    <a:bodyPr/>
                    <a:lstStyle/>
                    <a:p>
                      <a:pPr marR="0" algn="l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200" b="1" i="0" u="none" strike="noStrike" cap="none">
                          <a:solidFill>
                            <a:srgbClr val="F2994A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Environment &amp; Tool Isolation</a:t>
                      </a:r>
                    </a:p>
                  </a:txBody>
                  <a:tcPr marL="88900" marR="88900" marT="50800" marB="508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LLM inference runs in isolated containers. All agent tools are whitelisted — no arbitrary SQL or shell execution. Write actions require human-in-the-loop approval. Sandboxed API gateways for all tool calls.</a:t>
                      </a:r>
                    </a:p>
                  </a:txBody>
                  <a:tcPr marL="88900" marR="88900" marT="50800" marB="508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863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116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45403E-B2CD-0A6C-5269-FDFEE0B8E94E}"/>
              </a:ext>
            </a:extLst>
          </p:cNvPr>
          <p:cNvSpPr/>
          <p:nvPr/>
        </p:nvSpPr>
        <p:spPr>
          <a:xfrm>
            <a:off x="8114246" y="1692054"/>
            <a:ext cx="3746499" cy="193831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FF9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71141FC-CBEE-48C0-796A-70223989389E}"/>
              </a:ext>
            </a:extLst>
          </p:cNvPr>
          <p:cNvSpPr/>
          <p:nvPr/>
        </p:nvSpPr>
        <p:spPr>
          <a:xfrm>
            <a:off x="4222750" y="1056334"/>
            <a:ext cx="3746499" cy="181588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FF9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4AFA480-6B41-E81A-F443-8297A8885D47}"/>
              </a:ext>
            </a:extLst>
          </p:cNvPr>
          <p:cNvSpPr/>
          <p:nvPr/>
        </p:nvSpPr>
        <p:spPr>
          <a:xfrm>
            <a:off x="8061038" y="3861251"/>
            <a:ext cx="3746499" cy="181588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FF9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7E2AFFA-F32C-5EDC-B73D-0EE08D53537B}"/>
              </a:ext>
            </a:extLst>
          </p:cNvPr>
          <p:cNvSpPr/>
          <p:nvPr/>
        </p:nvSpPr>
        <p:spPr>
          <a:xfrm>
            <a:off x="4130961" y="4953545"/>
            <a:ext cx="3746499" cy="181588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FF9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3360420-C960-9860-EFFC-98EED2545CF9}"/>
              </a:ext>
            </a:extLst>
          </p:cNvPr>
          <p:cNvSpPr/>
          <p:nvPr/>
        </p:nvSpPr>
        <p:spPr>
          <a:xfrm>
            <a:off x="292455" y="3845863"/>
            <a:ext cx="3746499" cy="181588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FF9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E29F16-6529-5CD3-603D-63F51D1CBDFC}"/>
              </a:ext>
            </a:extLst>
          </p:cNvPr>
          <p:cNvSpPr/>
          <p:nvPr/>
        </p:nvSpPr>
        <p:spPr>
          <a:xfrm>
            <a:off x="331254" y="1824702"/>
            <a:ext cx="3746499" cy="181588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FF9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32A1D1-B070-F9C3-4915-203619EF8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800">
                <a:solidFill>
                  <a:schemeClr val="tx1"/>
                </a:solidFill>
                <a:highlight>
                  <a:srgbClr val="FFFFFF"/>
                </a:highlight>
              </a:rPr>
              <a:t>HITRUST Focus</a:t>
            </a:r>
            <a:endParaRPr lang="en-US" sz="2800">
              <a:solidFill>
                <a:schemeClr val="tx1"/>
              </a:solidFill>
              <a:highlight>
                <a:srgbClr val="FFFFFF"/>
              </a:highligh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7B8E8-303F-7539-3551-C4C638F77B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66199-F796-E1CE-AE0D-35C3A3597DD4}"/>
              </a:ext>
            </a:extLst>
          </p:cNvPr>
          <p:cNvSpPr txBox="1"/>
          <p:nvPr/>
        </p:nvSpPr>
        <p:spPr>
          <a:xfrm>
            <a:off x="556079" y="2091525"/>
            <a:ext cx="323917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/>
              <a:t>Built-in Secure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Zero-trust design (private </a:t>
            </a:r>
            <a:r>
              <a:rPr lang="en-IN" sz="1200" err="1"/>
              <a:t>VNet</a:t>
            </a:r>
            <a:r>
              <a:rPr lang="en-IN" sz="120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Integration with Microsoft Entra ID (SSO, RBAC)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Secure secrets via Azure Key Vault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3FC853-9CFE-23D0-7D8F-E5B9859A3621}"/>
              </a:ext>
            </a:extLst>
          </p:cNvPr>
          <p:cNvSpPr txBox="1"/>
          <p:nvPr/>
        </p:nvSpPr>
        <p:spPr>
          <a:xfrm>
            <a:off x="8278586" y="4129701"/>
            <a:ext cx="339198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/>
              <a:t>Data Quality &amp; Compliance Controls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DQ engine ensures: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Clinical correctness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Financial accuracy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Data completeness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Helps meet regulatory reporting requirements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3D286-B29F-96FB-DC42-1BCE76E2AF65}"/>
              </a:ext>
            </a:extLst>
          </p:cNvPr>
          <p:cNvSpPr txBox="1"/>
          <p:nvPr/>
        </p:nvSpPr>
        <p:spPr>
          <a:xfrm>
            <a:off x="8278586" y="2045658"/>
            <a:ext cx="343081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/>
              <a:t>Accelerators for HITRUST Readiness</a:t>
            </a:r>
          </a:p>
          <a:p>
            <a:pPr>
              <a:buNone/>
            </a:pPr>
            <a:r>
              <a:rPr lang="en-IN" sz="1200"/>
              <a:t>Data Lake provides: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Pre-defined security architecture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Control mapping to HITRUST domains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Audit-ready logging &amp; lineage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Faster implementation vs building from scratch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BBC16-254D-815F-BBFC-4A5DAD7AA37F}"/>
              </a:ext>
            </a:extLst>
          </p:cNvPr>
          <p:cNvSpPr txBox="1"/>
          <p:nvPr/>
        </p:nvSpPr>
        <p:spPr>
          <a:xfrm>
            <a:off x="4455165" y="1246486"/>
            <a:ext cx="2948243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b="1"/>
              <a:t>AI with Guardrails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LLM usage via Azure AI Foundry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Enterprise controls: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Data isolation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No training on customer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Secure prompt handling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32DBA2-48E1-C4D3-81AD-C83FDF5F3FEE}"/>
              </a:ext>
            </a:extLst>
          </p:cNvPr>
          <p:cNvSpPr txBox="1"/>
          <p:nvPr/>
        </p:nvSpPr>
        <p:spPr>
          <a:xfrm>
            <a:off x="482600" y="3938195"/>
            <a:ext cx="3015569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b="1"/>
              <a:t>Auditability &amp; Observability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End-to-end logging across: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Pipelines (Airflow, Databricks)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APIs (AKS)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Integrated with Open Telemetry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Enables: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Full lineage tracking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Audit trails for compliance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918FEF-D5F5-6F25-8219-B7EEDC071A52}"/>
              </a:ext>
            </a:extLst>
          </p:cNvPr>
          <p:cNvSpPr txBox="1"/>
          <p:nvPr/>
        </p:nvSpPr>
        <p:spPr>
          <a:xfrm>
            <a:off x="4312353" y="5153600"/>
            <a:ext cx="323386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/>
              <a:t>Data Protection &amp; Governance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Data stored in secure Lake House </a:t>
            </a:r>
          </a:p>
          <a:p>
            <a:r>
              <a:rPr lang="en-IN" sz="1200"/>
              <a:t>(ADLS + Delta)  with fine-grained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/>
              <a:t> Supports: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Encryption at rest &amp; in transit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PHI access controls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/>
              <a:t>Data masking strategies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4C14E7-1AC8-EFC9-7EE8-C66B7680B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321" y="3534035"/>
            <a:ext cx="23749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69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66F8D-0F9B-1397-721E-02525FCA1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61755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3F99F7-AB96-81A0-F90F-17A1262C6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Agentic AI Framework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2837B4-7DE3-F494-5B53-E5921146B2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2E4561-9900-5650-9196-399647000BFB}"/>
              </a:ext>
            </a:extLst>
          </p:cNvPr>
          <p:cNvSpPr/>
          <p:nvPr/>
        </p:nvSpPr>
        <p:spPr>
          <a:xfrm>
            <a:off x="752168" y="1342561"/>
            <a:ext cx="5206180" cy="162969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Digital Urth “AI Data Engineer” leverages LangGraph for Agent Orchestration which is ideal for all complex agents or data pipelines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53950D-22EB-9BB3-4FF4-C87086F311DC}"/>
              </a:ext>
            </a:extLst>
          </p:cNvPr>
          <p:cNvSpPr/>
          <p:nvPr/>
        </p:nvSpPr>
        <p:spPr>
          <a:xfrm>
            <a:off x="752168" y="3195716"/>
            <a:ext cx="5206180" cy="3010438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Our proprietary model: </a:t>
            </a:r>
            <a:br>
              <a:rPr lang="en-US" sz="2000">
                <a:solidFill>
                  <a:schemeClr val="tx1"/>
                </a:solidFill>
              </a:rPr>
            </a:br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Multi-Agent (Orchestration) &amp; Hierarchical Agentic System: Our “AI Data Engineer” is a super agent which delegates tasks to specialized "Worker" agents (ex: DQ, Profiling, etc.,)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2467B-A7C4-42C2-77DD-C74CB233F09E}"/>
              </a:ext>
            </a:extLst>
          </p:cNvPr>
          <p:cNvSpPr/>
          <p:nvPr/>
        </p:nvSpPr>
        <p:spPr>
          <a:xfrm>
            <a:off x="6247962" y="1342560"/>
            <a:ext cx="5206180" cy="4863593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What is the value add or automation enabled?</a:t>
            </a:r>
          </a:p>
          <a:p>
            <a:pPr algn="ctr"/>
            <a:r>
              <a:rPr lang="en-US" sz="2000">
                <a:solidFill>
                  <a:schemeClr val="tx1"/>
                </a:solidFill>
              </a:rPr>
              <a:t>Or what is the productivity gain?</a:t>
            </a:r>
          </a:p>
        </p:txBody>
      </p:sp>
    </p:spTree>
    <p:extLst>
      <p:ext uri="{BB962C8B-B14F-4D97-AF65-F5344CB8AC3E}">
        <p14:creationId xmlns:p14="http://schemas.microsoft.com/office/powerpoint/2010/main" val="1048573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9FDDD-5286-B231-238D-9587C128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DE35A-6390-A952-98B6-B07D689B9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LLM’s and DU AI Data Engineer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CC76E-47CE-836A-8208-4C3BE1F80B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F9D9AD-5BFF-2B7E-9CCF-4AC61C0F6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306635"/>
            <a:ext cx="11436130" cy="473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98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66B321-C8F0-EAC2-B88C-2BF2B48B6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How our Context IQ will help for future use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F36B7-6347-7523-6F2C-D123032B92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39377A0-C2B6-E6AA-3DE2-F6B85DA73E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6485937"/>
              </p:ext>
            </p:extLst>
          </p:nvPr>
        </p:nvGraphicFramePr>
        <p:xfrm>
          <a:off x="110833" y="1093173"/>
          <a:ext cx="11804723" cy="5089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44880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0372B-1E06-4605-B173-E4DA4845AD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1F4CC9-0D9E-CDC2-778E-2FFE338CD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04" y="45085"/>
            <a:ext cx="10256867" cy="687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35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B20EDF-698A-0AAF-AA82-F4BD972AA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How we will solve data lineage, DQ and observability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324CC-C44C-84BD-C904-96EC7B68CE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1305896-DA64-B6B9-C242-DA1D2E162E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3025370"/>
              </p:ext>
            </p:extLst>
          </p:nvPr>
        </p:nvGraphicFramePr>
        <p:xfrm>
          <a:off x="479425" y="1208314"/>
          <a:ext cx="11298917" cy="5439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22106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131C6A-A999-F387-1E70-A158C5438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800">
                <a:solidFill>
                  <a:schemeClr val="tx1"/>
                </a:solidFill>
                <a:highlight>
                  <a:srgbClr val="FFFFFF"/>
                </a:highlight>
              </a:rPr>
              <a:t>Lakehouse Data Flow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6F44E-D70B-357F-5166-658C03F65B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2709A62-E3A8-62A7-08A7-F4AAC1254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457" y="1372487"/>
            <a:ext cx="9372600" cy="510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18CCD5-565F-4ED1-F998-68EB3E9FD95B}"/>
              </a:ext>
            </a:extLst>
          </p:cNvPr>
          <p:cNvSpPr/>
          <p:nvPr/>
        </p:nvSpPr>
        <p:spPr>
          <a:xfrm>
            <a:off x="9470571" y="1589314"/>
            <a:ext cx="8382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526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8B3271-F200-CF22-11A4-965141EDD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highlight>
                  <a:srgbClr val="FFFFFF"/>
                </a:highlight>
              </a:rPr>
              <a:t>Goals &amp; Objectives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78C52-A5E1-E650-2221-7E1CC69623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9971BE-C182-4956-C639-F17B98673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880010"/>
              </p:ext>
            </p:extLst>
          </p:nvPr>
        </p:nvGraphicFramePr>
        <p:xfrm>
          <a:off x="479425" y="1488735"/>
          <a:ext cx="11054484" cy="4571206"/>
        </p:xfrm>
        <a:graphic>
          <a:graphicData uri="http://schemas.openxmlformats.org/drawingml/2006/table">
            <a:tbl>
              <a:tblPr/>
              <a:tblGrid>
                <a:gridCol w="3528834">
                  <a:extLst>
                    <a:ext uri="{9D8B030D-6E8A-4147-A177-3AD203B41FA5}">
                      <a16:colId xmlns:a16="http://schemas.microsoft.com/office/drawing/2014/main" val="2525348498"/>
                    </a:ext>
                  </a:extLst>
                </a:gridCol>
                <a:gridCol w="3845038">
                  <a:extLst>
                    <a:ext uri="{9D8B030D-6E8A-4147-A177-3AD203B41FA5}">
                      <a16:colId xmlns:a16="http://schemas.microsoft.com/office/drawing/2014/main" val="2841498652"/>
                    </a:ext>
                  </a:extLst>
                </a:gridCol>
                <a:gridCol w="3680612">
                  <a:extLst>
                    <a:ext uri="{9D8B030D-6E8A-4147-A177-3AD203B41FA5}">
                      <a16:colId xmlns:a16="http://schemas.microsoft.com/office/drawing/2014/main" val="2731172749"/>
                    </a:ext>
                  </a:extLst>
                </a:gridCol>
              </a:tblGrid>
              <a:tr h="41556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Challenge</a:t>
                      </a:r>
                      <a:endParaRPr lang="en-IN" sz="18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Benefit</a:t>
                      </a:r>
                      <a:endParaRPr lang="en-IN" sz="18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Business Value</a:t>
                      </a:r>
                      <a:endParaRPr lang="en-IN" sz="18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396441"/>
                  </a:ext>
                </a:extLst>
              </a:tr>
              <a:tr h="831128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All data ingestion requires engineering support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Self-service data ingestion platform with pre-built connectors, schema inference, and validation templates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Reduce onboarding time from weeks to hours, freeing engineering bandwidth by 40–60%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17185"/>
                  </a:ext>
                </a:extLst>
              </a:tr>
              <a:tr h="103891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Silent record failures result in customer issues and lost revenue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End-to-end data observability with reject tracking, lineage, and alerting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Reduce revenue leakage; improve trust with 100% transparency of failed records and faster root cause analysis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470542"/>
                  </a:ext>
                </a:extLst>
              </a:tr>
              <a:tr h="145447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 processing for ADT is done once a day, resulting in delays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Near real-time / micro-batch processing with incremental pipelines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Reduce latency from 24 hours to minutes, enabling faster faster following and transition care (enabling &lt; 48hrs SLA adherence and enabling PCP discharge in 7 days)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132120"/>
                  </a:ext>
                </a:extLst>
              </a:tr>
              <a:tr h="831128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 quality rules are hardcoded and not scalable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Configurable rule engine (no-code / low-code) for DQ checks and transformations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Business users can define rules → reduces dependency on engineering and accelerates change cycles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188861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79EE9A69-1457-827A-7B9A-405026A19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139" y="161811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60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71B5B1"/>
      </a:accent1>
      <a:accent2>
        <a:srgbClr val="B4A7DC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01684506616B4AA25ACEAB11E18AF3" ma:contentTypeVersion="11" ma:contentTypeDescription="Create a new document." ma:contentTypeScope="" ma:versionID="597525ad70e0a0f43a376c2ea30524fe">
  <xsd:schema xmlns:xsd="http://www.w3.org/2001/XMLSchema" xmlns:xs="http://www.w3.org/2001/XMLSchema" xmlns:p="http://schemas.microsoft.com/office/2006/metadata/properties" xmlns:ns2="33059d93-2309-41ed-9b34-ca808a9b9e01" xmlns:ns3="f16b3a5c-980b-46e3-b815-254754dadcaf" targetNamespace="http://schemas.microsoft.com/office/2006/metadata/properties" ma:root="true" ma:fieldsID="8dd4f92f54a6369ae601a3417159086b" ns2:_="" ns3:_="">
    <xsd:import namespace="33059d93-2309-41ed-9b34-ca808a9b9e01"/>
    <xsd:import namespace="f16b3a5c-980b-46e3-b815-254754dadc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059d93-2309-41ed-9b34-ca808a9b9e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f2941a-98a3-4c0a-b0e5-dcebad1f39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6b3a5c-980b-46e3-b815-254754dadca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41669ef-df6c-4b27-bee4-ea814f0aefc9}" ma:internalName="TaxCatchAll" ma:showField="CatchAllData" ma:web="f16b3a5c-980b-46e3-b815-254754dadc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3059d93-2309-41ed-9b34-ca808a9b9e01">
      <Terms xmlns="http://schemas.microsoft.com/office/infopath/2007/PartnerControls"/>
    </lcf76f155ced4ddcb4097134ff3c332f>
    <TaxCatchAll xmlns="f16b3a5c-980b-46e3-b815-254754dadcaf" xsi:nil="true"/>
  </documentManagement>
</p:properties>
</file>

<file path=customXml/itemProps1.xml><?xml version="1.0" encoding="utf-8"?>
<ds:datastoreItem xmlns:ds="http://schemas.openxmlformats.org/officeDocument/2006/customXml" ds:itemID="{52C510BD-E22E-4A9B-8E9E-4354C1F1A2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467C20-1224-4953-81C1-33533299F755}"/>
</file>

<file path=customXml/itemProps3.xml><?xml version="1.0" encoding="utf-8"?>
<ds:datastoreItem xmlns:ds="http://schemas.openxmlformats.org/officeDocument/2006/customXml" ds:itemID="{89013628-5F29-42D3-A2F5-71E70624F4F5}">
  <ds:schemaRefs>
    <ds:schemaRef ds:uri="http://schemas.microsoft.com/office/2006/metadata/properties"/>
    <ds:schemaRef ds:uri="a9aeb1bb-7ad1-41fc-9d64-fa3cda24babe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92464006-053b-4ec2-8f1c-584b06d1512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1891</Words>
  <Application>Microsoft Office PowerPoint</Application>
  <PresentationFormat>Widescreen</PresentationFormat>
  <Paragraphs>320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Aptos</vt:lpstr>
      <vt:lpstr>Calibri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Shagun Parmar</dc:creator>
  <cp:lastModifiedBy>Srinivas</cp:lastModifiedBy>
  <cp:revision>1</cp:revision>
  <dcterms:created xsi:type="dcterms:W3CDTF">2025-06-25T06:59:31Z</dcterms:created>
  <dcterms:modified xsi:type="dcterms:W3CDTF">2026-04-08T14:46:24Z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0x0101001601684506616B4AA25ACEAB11E18AF3</vt:lpwstr>
  </property>
  <property fmtid="{D5CDD505-2E9C-101B-9397-08002B2CF9AE}" pid="3" name="MediaServiceImageTags">
    <vt:lpwstr/>
  </property>
</Properties>
</file>