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3" r:id="rId8"/>
    <p:sldId id="262" r:id="rId9"/>
    <p:sldId id="264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E48FC-97A1-E3C9-3B8C-2F65B0297CEA}" v="38" dt="2026-07-13T15:34:43.386"/>
    <p1510:client id="{6D3D6E6D-ECB7-4F84-B615-C102467DF4E7}" v="23" dt="2026-07-13T10:34:29.844"/>
    <p1510:client id="{7D834DAA-9952-E16A-D5F1-440618E4E527}" v="24" dt="2026-07-13T14:56:10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Agarwal" userId="651a79a8beb1cef3" providerId="LiveId" clId="{18B98207-7AF7-41DB-94E0-275981BEA05F}"/>
    <pc:docChg chg="undo custSel addSld modSld">
      <pc:chgData name="Vinay Agarwal" userId="651a79a8beb1cef3" providerId="LiveId" clId="{18B98207-7AF7-41DB-94E0-275981BEA05F}" dt="2026-07-13T10:34:58.391" v="1117" actId="404"/>
      <pc:docMkLst>
        <pc:docMk/>
      </pc:docMkLst>
      <pc:sldChg chg="modSp mod">
        <pc:chgData name="Vinay Agarwal" userId="651a79a8beb1cef3" providerId="LiveId" clId="{18B98207-7AF7-41DB-94E0-275981BEA05F}" dt="2026-07-13T09:58:23.183" v="851" actId="14100"/>
        <pc:sldMkLst>
          <pc:docMk/>
          <pc:sldMk cId="3755948063" sldId="256"/>
        </pc:sldMkLst>
        <pc:spChg chg="mod">
          <ac:chgData name="Vinay Agarwal" userId="651a79a8beb1cef3" providerId="LiveId" clId="{18B98207-7AF7-41DB-94E0-275981BEA05F}" dt="2026-07-13T09:58:23.183" v="851" actId="14100"/>
          <ac:spMkLst>
            <pc:docMk/>
            <pc:sldMk cId="3755948063" sldId="256"/>
            <ac:spMk id="2" creationId="{196BBC3D-E49A-C9E3-B6BD-81A401770D38}"/>
          </ac:spMkLst>
        </pc:spChg>
        <pc:spChg chg="mod">
          <ac:chgData name="Vinay Agarwal" userId="651a79a8beb1cef3" providerId="LiveId" clId="{18B98207-7AF7-41DB-94E0-275981BEA05F}" dt="2026-07-13T09:58:23.183" v="851" actId="14100"/>
          <ac:spMkLst>
            <pc:docMk/>
            <pc:sldMk cId="3755948063" sldId="256"/>
            <ac:spMk id="3" creationId="{35D4A2C6-0ADB-AC69-7064-C24B93828A97}"/>
          </ac:spMkLst>
        </pc:spChg>
      </pc:sldChg>
      <pc:sldChg chg="modSp mod">
        <pc:chgData name="Vinay Agarwal" userId="651a79a8beb1cef3" providerId="LiveId" clId="{18B98207-7AF7-41DB-94E0-275981BEA05F}" dt="2026-07-13T08:37:38.058" v="60" actId="6549"/>
        <pc:sldMkLst>
          <pc:docMk/>
          <pc:sldMk cId="3992019984" sldId="257"/>
        </pc:sldMkLst>
        <pc:spChg chg="mod">
          <ac:chgData name="Vinay Agarwal" userId="651a79a8beb1cef3" providerId="LiveId" clId="{18B98207-7AF7-41DB-94E0-275981BEA05F}" dt="2026-07-13T06:39:24.399" v="57"/>
          <ac:spMkLst>
            <pc:docMk/>
            <pc:sldMk cId="3992019984" sldId="257"/>
            <ac:spMk id="2" creationId="{8DFC68B1-2B21-1DD5-CEE3-2104ECBA1716}"/>
          </ac:spMkLst>
        </pc:spChg>
        <pc:spChg chg="mod">
          <ac:chgData name="Vinay Agarwal" userId="651a79a8beb1cef3" providerId="LiveId" clId="{18B98207-7AF7-41DB-94E0-275981BEA05F}" dt="2026-07-13T08:37:38.058" v="60" actId="6549"/>
          <ac:spMkLst>
            <pc:docMk/>
            <pc:sldMk cId="3992019984" sldId="257"/>
            <ac:spMk id="3" creationId="{96E6AF52-6977-CFDE-9E8F-372514D12E7A}"/>
          </ac:spMkLst>
        </pc:spChg>
      </pc:sldChg>
      <pc:sldChg chg="addSp delSp modSp mod">
        <pc:chgData name="Vinay Agarwal" userId="651a79a8beb1cef3" providerId="LiveId" clId="{18B98207-7AF7-41DB-94E0-275981BEA05F}" dt="2026-07-13T09:07:22.019" v="847" actId="478"/>
        <pc:sldMkLst>
          <pc:docMk/>
          <pc:sldMk cId="2008890721" sldId="258"/>
        </pc:sldMkLst>
        <pc:spChg chg="mod">
          <ac:chgData name="Vinay Agarwal" userId="651a79a8beb1cef3" providerId="LiveId" clId="{18B98207-7AF7-41DB-94E0-275981BEA05F}" dt="2026-07-13T06:39:24.399" v="57"/>
          <ac:spMkLst>
            <pc:docMk/>
            <pc:sldMk cId="2008890721" sldId="258"/>
            <ac:spMk id="2" creationId="{BCB198C4-8F11-307B-7CA1-2BBECDDC542E}"/>
          </ac:spMkLst>
        </pc:spChg>
        <pc:spChg chg="mod">
          <ac:chgData name="Vinay Agarwal" userId="651a79a8beb1cef3" providerId="LiveId" clId="{18B98207-7AF7-41DB-94E0-275981BEA05F}" dt="2026-07-13T08:52:20.776" v="242" actId="1076"/>
          <ac:spMkLst>
            <pc:docMk/>
            <pc:sldMk cId="2008890721" sldId="258"/>
            <ac:spMk id="3" creationId="{2DF71FC3-33A2-63A6-FE08-3C52486A71BB}"/>
          </ac:spMkLst>
        </pc:spChg>
        <pc:spChg chg="add del mod">
          <ac:chgData name="Vinay Agarwal" userId="651a79a8beb1cef3" providerId="LiveId" clId="{18B98207-7AF7-41DB-94E0-275981BEA05F}" dt="2026-07-13T09:07:22.019" v="847" actId="478"/>
          <ac:spMkLst>
            <pc:docMk/>
            <pc:sldMk cId="2008890721" sldId="258"/>
            <ac:spMk id="4" creationId="{66220690-7F87-2CFD-6029-91D0E787C99C}"/>
          </ac:spMkLst>
        </pc:spChg>
        <pc:spChg chg="add del mod">
          <ac:chgData name="Vinay Agarwal" userId="651a79a8beb1cef3" providerId="LiveId" clId="{18B98207-7AF7-41DB-94E0-275981BEA05F}" dt="2026-07-13T09:07:22.019" v="847" actId="478"/>
          <ac:spMkLst>
            <pc:docMk/>
            <pc:sldMk cId="2008890721" sldId="258"/>
            <ac:spMk id="6" creationId="{A67DD7DF-5F9C-CC4A-2871-E71B8D9A065D}"/>
          </ac:spMkLst>
        </pc:spChg>
        <pc:picChg chg="add del mod">
          <ac:chgData name="Vinay Agarwal" userId="651a79a8beb1cef3" providerId="LiveId" clId="{18B98207-7AF7-41DB-94E0-275981BEA05F}" dt="2026-07-13T09:07:22.019" v="847" actId="478"/>
          <ac:picMkLst>
            <pc:docMk/>
            <pc:sldMk cId="2008890721" sldId="258"/>
            <ac:picMk id="7" creationId="{1D7B391C-69C3-4B6A-6D28-764527D6B493}"/>
          </ac:picMkLst>
        </pc:picChg>
        <pc:picChg chg="add del">
          <ac:chgData name="Vinay Agarwal" userId="651a79a8beb1cef3" providerId="LiveId" clId="{18B98207-7AF7-41DB-94E0-275981BEA05F}" dt="2026-07-13T08:47:54.867" v="169" actId="22"/>
          <ac:picMkLst>
            <pc:docMk/>
            <pc:sldMk cId="2008890721" sldId="258"/>
            <ac:picMk id="8" creationId="{AD826B41-9D46-C40B-9D03-4E0CF65E8B2E}"/>
          </ac:picMkLst>
        </pc:picChg>
        <pc:picChg chg="add del">
          <ac:chgData name="Vinay Agarwal" userId="651a79a8beb1cef3" providerId="LiveId" clId="{18B98207-7AF7-41DB-94E0-275981BEA05F}" dt="2026-07-13T08:48:02.725" v="172" actId="22"/>
          <ac:picMkLst>
            <pc:docMk/>
            <pc:sldMk cId="2008890721" sldId="258"/>
            <ac:picMk id="9" creationId="{B39D7F1F-218A-0C5D-4AF7-F4559DDE5B34}"/>
          </ac:picMkLst>
        </pc:picChg>
        <pc:picChg chg="add del mod">
          <ac:chgData name="Vinay Agarwal" userId="651a79a8beb1cef3" providerId="LiveId" clId="{18B98207-7AF7-41DB-94E0-275981BEA05F}" dt="2026-07-13T09:07:22.019" v="847" actId="478"/>
          <ac:picMkLst>
            <pc:docMk/>
            <pc:sldMk cId="2008890721" sldId="258"/>
            <ac:picMk id="10" creationId="{F7281B89-7C25-3FCE-225D-E8103C81F2AE}"/>
          </ac:picMkLst>
        </pc:picChg>
        <pc:cxnChg chg="add del mod">
          <ac:chgData name="Vinay Agarwal" userId="651a79a8beb1cef3" providerId="LiveId" clId="{18B98207-7AF7-41DB-94E0-275981BEA05F}" dt="2026-07-13T09:07:22.019" v="847" actId="478"/>
          <ac:cxnSpMkLst>
            <pc:docMk/>
            <pc:sldMk cId="2008890721" sldId="258"/>
            <ac:cxnSpMk id="12" creationId="{4734950B-3865-BB6A-EA8E-E1B6C6D7E4BC}"/>
          </ac:cxnSpMkLst>
        </pc:cxnChg>
      </pc:sldChg>
      <pc:sldChg chg="modSp mod">
        <pc:chgData name="Vinay Agarwal" userId="651a79a8beb1cef3" providerId="LiveId" clId="{18B98207-7AF7-41DB-94E0-275981BEA05F}" dt="2026-07-13T06:39:24.399" v="57"/>
        <pc:sldMkLst>
          <pc:docMk/>
          <pc:sldMk cId="2513230038" sldId="260"/>
        </pc:sldMkLst>
        <pc:spChg chg="mod">
          <ac:chgData name="Vinay Agarwal" userId="651a79a8beb1cef3" providerId="LiveId" clId="{18B98207-7AF7-41DB-94E0-275981BEA05F}" dt="2026-07-13T06:39:24.399" v="57"/>
          <ac:spMkLst>
            <pc:docMk/>
            <pc:sldMk cId="2513230038" sldId="260"/>
            <ac:spMk id="2" creationId="{12EF1021-208E-7A4B-51D5-4FA9A31B676C}"/>
          </ac:spMkLst>
        </pc:spChg>
        <pc:spChg chg="mod">
          <ac:chgData name="Vinay Agarwal" userId="651a79a8beb1cef3" providerId="LiveId" clId="{18B98207-7AF7-41DB-94E0-275981BEA05F}" dt="2026-07-13T06:39:24.399" v="57"/>
          <ac:spMkLst>
            <pc:docMk/>
            <pc:sldMk cId="2513230038" sldId="260"/>
            <ac:spMk id="3" creationId="{FA91A719-FAAA-0B45-AEC8-9382E6E570C5}"/>
          </ac:spMkLst>
        </pc:spChg>
      </pc:sldChg>
      <pc:sldChg chg="modSp mod">
        <pc:chgData name="Vinay Agarwal" userId="651a79a8beb1cef3" providerId="LiveId" clId="{18B98207-7AF7-41DB-94E0-275981BEA05F}" dt="2026-07-13T06:39:24.399" v="57"/>
        <pc:sldMkLst>
          <pc:docMk/>
          <pc:sldMk cId="1489713027" sldId="261"/>
        </pc:sldMkLst>
        <pc:spChg chg="mod">
          <ac:chgData name="Vinay Agarwal" userId="651a79a8beb1cef3" providerId="LiveId" clId="{18B98207-7AF7-41DB-94E0-275981BEA05F}" dt="2026-07-13T06:39:24.399" v="57"/>
          <ac:spMkLst>
            <pc:docMk/>
            <pc:sldMk cId="1489713027" sldId="261"/>
            <ac:spMk id="2" creationId="{CF381767-9B9A-7E16-05B1-B1EC245E5CC2}"/>
          </ac:spMkLst>
        </pc:spChg>
        <pc:spChg chg="mod">
          <ac:chgData name="Vinay Agarwal" userId="651a79a8beb1cef3" providerId="LiveId" clId="{18B98207-7AF7-41DB-94E0-275981BEA05F}" dt="2026-07-13T06:39:24.399" v="57"/>
          <ac:spMkLst>
            <pc:docMk/>
            <pc:sldMk cId="1489713027" sldId="261"/>
            <ac:spMk id="3" creationId="{EE1BEDF8-5A5A-626B-EE3B-D4BDFF39538B}"/>
          </ac:spMkLst>
        </pc:spChg>
      </pc:sldChg>
      <pc:sldChg chg="modSp mod">
        <pc:chgData name="Vinay Agarwal" userId="651a79a8beb1cef3" providerId="LiveId" clId="{18B98207-7AF7-41DB-94E0-275981BEA05F}" dt="2026-07-13T10:34:35.897" v="1115" actId="20577"/>
        <pc:sldMkLst>
          <pc:docMk/>
          <pc:sldMk cId="658007169" sldId="262"/>
        </pc:sldMkLst>
        <pc:spChg chg="mod">
          <ac:chgData name="Vinay Agarwal" userId="651a79a8beb1cef3" providerId="LiveId" clId="{18B98207-7AF7-41DB-94E0-275981BEA05F}" dt="2026-07-13T06:39:24.399" v="57"/>
          <ac:spMkLst>
            <pc:docMk/>
            <pc:sldMk cId="658007169" sldId="262"/>
            <ac:spMk id="2" creationId="{72E197DB-5886-B574-416D-4269B41A0F63}"/>
          </ac:spMkLst>
        </pc:spChg>
        <pc:graphicFrameChg chg="mod modGraphic">
          <ac:chgData name="Vinay Agarwal" userId="651a79a8beb1cef3" providerId="LiveId" clId="{18B98207-7AF7-41DB-94E0-275981BEA05F}" dt="2026-07-13T10:34:35.897" v="1115" actId="20577"/>
          <ac:graphicFrameMkLst>
            <pc:docMk/>
            <pc:sldMk cId="658007169" sldId="262"/>
            <ac:graphicFrameMk id="4" creationId="{4DAB9328-D2B4-81AE-FA5B-3190B3753B5A}"/>
          </ac:graphicFrameMkLst>
        </pc:graphicFrameChg>
      </pc:sldChg>
      <pc:sldChg chg="addSp delSp modSp new mod">
        <pc:chgData name="Vinay Agarwal" userId="651a79a8beb1cef3" providerId="LiveId" clId="{18B98207-7AF7-41DB-94E0-275981BEA05F}" dt="2026-07-13T08:53:41.606" v="329" actId="14100"/>
        <pc:sldMkLst>
          <pc:docMk/>
          <pc:sldMk cId="2488406669" sldId="263"/>
        </pc:sldMkLst>
        <pc:spChg chg="mod">
          <ac:chgData name="Vinay Agarwal" userId="651a79a8beb1cef3" providerId="LiveId" clId="{18B98207-7AF7-41DB-94E0-275981BEA05F}" dt="2026-07-13T08:52:14.664" v="240"/>
          <ac:spMkLst>
            <pc:docMk/>
            <pc:sldMk cId="2488406669" sldId="263"/>
            <ac:spMk id="2" creationId="{E3DCD02A-87A3-77E5-23FC-4AB8D773D18C}"/>
          </ac:spMkLst>
        </pc:spChg>
        <pc:spChg chg="del">
          <ac:chgData name="Vinay Agarwal" userId="651a79a8beb1cef3" providerId="LiveId" clId="{18B98207-7AF7-41DB-94E0-275981BEA05F}" dt="2026-07-13T08:53:15.884" v="323" actId="478"/>
          <ac:spMkLst>
            <pc:docMk/>
            <pc:sldMk cId="2488406669" sldId="263"/>
            <ac:spMk id="3" creationId="{31F1DBAC-93E1-58C8-DD5D-7CEC407E3234}"/>
          </ac:spMkLst>
        </pc:spChg>
        <pc:spChg chg="add mod">
          <ac:chgData name="Vinay Agarwal" userId="651a79a8beb1cef3" providerId="LiveId" clId="{18B98207-7AF7-41DB-94E0-275981BEA05F}" dt="2026-07-13T08:52:31.778" v="244"/>
          <ac:spMkLst>
            <pc:docMk/>
            <pc:sldMk cId="2488406669" sldId="263"/>
            <ac:spMk id="4" creationId="{CF8797DB-B583-5D03-8EEB-F83CB9F2F7BC}"/>
          </ac:spMkLst>
        </pc:spChg>
        <pc:spChg chg="add mod">
          <ac:chgData name="Vinay Agarwal" userId="651a79a8beb1cef3" providerId="LiveId" clId="{18B98207-7AF7-41DB-94E0-275981BEA05F}" dt="2026-07-13T08:53:09.575" v="322" actId="20577"/>
          <ac:spMkLst>
            <pc:docMk/>
            <pc:sldMk cId="2488406669" sldId="263"/>
            <ac:spMk id="6" creationId="{ECA32870-0612-0299-CC86-108B89D2DD7D}"/>
          </ac:spMkLst>
        </pc:spChg>
        <pc:spChg chg="add mod">
          <ac:chgData name="Vinay Agarwal" userId="651a79a8beb1cef3" providerId="LiveId" clId="{18B98207-7AF7-41DB-94E0-275981BEA05F}" dt="2026-07-13T08:53:28.746" v="324" actId="1076"/>
          <ac:spMkLst>
            <pc:docMk/>
            <pc:sldMk cId="2488406669" sldId="263"/>
            <ac:spMk id="7" creationId="{00FB0C07-192F-9DDD-59CD-238C906C0114}"/>
          </ac:spMkLst>
        </pc:spChg>
        <pc:spChg chg="add mod">
          <ac:chgData name="Vinay Agarwal" userId="651a79a8beb1cef3" providerId="LiveId" clId="{18B98207-7AF7-41DB-94E0-275981BEA05F}" dt="2026-07-13T08:53:28.746" v="324" actId="1076"/>
          <ac:spMkLst>
            <pc:docMk/>
            <pc:sldMk cId="2488406669" sldId="263"/>
            <ac:spMk id="8" creationId="{A39F407D-22E1-511B-F41C-EB1A22EFBA48}"/>
          </ac:spMkLst>
        </pc:spChg>
        <pc:picChg chg="add mod">
          <ac:chgData name="Vinay Agarwal" userId="651a79a8beb1cef3" providerId="LiveId" clId="{18B98207-7AF7-41DB-94E0-275981BEA05F}" dt="2026-07-13T08:52:30.158" v="243"/>
          <ac:picMkLst>
            <pc:docMk/>
            <pc:sldMk cId="2488406669" sldId="263"/>
            <ac:picMk id="5" creationId="{E6A80707-AD7F-9FC8-B72B-EA5C8FD7AF6F}"/>
          </ac:picMkLst>
        </pc:picChg>
        <pc:picChg chg="add mod">
          <ac:chgData name="Vinay Agarwal" userId="651a79a8beb1cef3" providerId="LiveId" clId="{18B98207-7AF7-41DB-94E0-275981BEA05F}" dt="2026-07-13T08:53:33.473" v="326" actId="1076"/>
          <ac:picMkLst>
            <pc:docMk/>
            <pc:sldMk cId="2488406669" sldId="263"/>
            <ac:picMk id="9" creationId="{D90644D2-F709-E8B8-23E1-DAE1E5DAD3D4}"/>
          </ac:picMkLst>
        </pc:picChg>
        <pc:picChg chg="add mod">
          <ac:chgData name="Vinay Agarwal" userId="651a79a8beb1cef3" providerId="LiveId" clId="{18B98207-7AF7-41DB-94E0-275981BEA05F}" dt="2026-07-13T08:53:41.606" v="329" actId="14100"/>
          <ac:picMkLst>
            <pc:docMk/>
            <pc:sldMk cId="2488406669" sldId="263"/>
            <ac:picMk id="10" creationId="{D1C3BDB3-7E35-76B9-5F11-4D6D5AFD9B26}"/>
          </ac:picMkLst>
        </pc:picChg>
        <pc:cxnChg chg="add mod">
          <ac:chgData name="Vinay Agarwal" userId="651a79a8beb1cef3" providerId="LiveId" clId="{18B98207-7AF7-41DB-94E0-275981BEA05F}" dt="2026-07-13T08:53:28.746" v="324" actId="1076"/>
          <ac:cxnSpMkLst>
            <pc:docMk/>
            <pc:sldMk cId="2488406669" sldId="263"/>
            <ac:cxnSpMk id="11" creationId="{3A566ABA-497F-0B91-7784-DC82065C3185}"/>
          </ac:cxnSpMkLst>
        </pc:cxnChg>
      </pc:sldChg>
      <pc:sldChg chg="addSp delSp modSp new mod">
        <pc:chgData name="Vinay Agarwal" userId="651a79a8beb1cef3" providerId="LiveId" clId="{18B98207-7AF7-41DB-94E0-275981BEA05F}" dt="2026-07-13T10:34:58.391" v="1117" actId="404"/>
        <pc:sldMkLst>
          <pc:docMk/>
          <pc:sldMk cId="1441982656" sldId="264"/>
        </pc:sldMkLst>
        <pc:spChg chg="mod">
          <ac:chgData name="Vinay Agarwal" userId="651a79a8beb1cef3" providerId="LiveId" clId="{18B98207-7AF7-41DB-94E0-275981BEA05F}" dt="2026-07-13T08:54:46.733" v="360" actId="20577"/>
          <ac:spMkLst>
            <pc:docMk/>
            <pc:sldMk cId="1441982656" sldId="264"/>
            <ac:spMk id="2" creationId="{6D685AD8-B40E-92C1-3DF7-C5CC555B987A}"/>
          </ac:spMkLst>
        </pc:spChg>
        <pc:spChg chg="del">
          <ac:chgData name="Vinay Agarwal" userId="651a79a8beb1cef3" providerId="LiveId" clId="{18B98207-7AF7-41DB-94E0-275981BEA05F}" dt="2026-07-13T08:54:52.097" v="361" actId="3680"/>
          <ac:spMkLst>
            <pc:docMk/>
            <pc:sldMk cId="1441982656" sldId="264"/>
            <ac:spMk id="3" creationId="{6779F3EA-AF1B-B00D-E5C3-212B5FF3D174}"/>
          </ac:spMkLst>
        </pc:spChg>
        <pc:graphicFrameChg chg="add mod ord modGraphic">
          <ac:chgData name="Vinay Agarwal" userId="651a79a8beb1cef3" providerId="LiveId" clId="{18B98207-7AF7-41DB-94E0-275981BEA05F}" dt="2026-07-13T10:34:58.391" v="1117" actId="404"/>
          <ac:graphicFrameMkLst>
            <pc:docMk/>
            <pc:sldMk cId="1441982656" sldId="264"/>
            <ac:graphicFrameMk id="4" creationId="{55A12226-B73C-40C4-D7D5-6BD8967B9288}"/>
          </ac:graphicFrameMkLst>
        </pc:graphicFrameChg>
      </pc:sldChg>
    </pc:docChg>
  </pc:docChgLst>
  <pc:docChgLst>
    <pc:chgData name="Vinay Agrawal" userId="S::vinay.agrawal@contractor.cinq.care::98c4eb0e-584b-4a6b-9f63-51a6d6960981" providerId="AD" clId="Web-{7D834DAA-9952-E16A-D5F1-440618E4E527}"/>
    <pc:docChg chg="modSld">
      <pc:chgData name="Vinay Agrawal" userId="S::vinay.agrawal@contractor.cinq.care::98c4eb0e-584b-4a6b-9f63-51a6d6960981" providerId="AD" clId="Web-{7D834DAA-9952-E16A-D5F1-440618E4E527}" dt="2026-07-13T14:02:19.321" v="34"/>
      <pc:docMkLst>
        <pc:docMk/>
      </pc:docMkLst>
      <pc:sldChg chg="modSp">
        <pc:chgData name="Vinay Agrawal" userId="S::vinay.agrawal@contractor.cinq.care::98c4eb0e-584b-4a6b-9f63-51a6d6960981" providerId="AD" clId="Web-{7D834DAA-9952-E16A-D5F1-440618E4E527}" dt="2026-07-13T14:00:22.254" v="32" actId="20577"/>
        <pc:sldMkLst>
          <pc:docMk/>
          <pc:sldMk cId="658007169" sldId="262"/>
        </pc:sldMkLst>
        <pc:graphicFrameChg chg="modGraphic">
          <ac:chgData name="Vinay Agrawal" userId="S::vinay.agrawal@contractor.cinq.care::98c4eb0e-584b-4a6b-9f63-51a6d6960981" providerId="AD" clId="Web-{7D834DAA-9952-E16A-D5F1-440618E4E527}" dt="2026-07-13T14:00:22.254" v="32" actId="20577"/>
          <ac:graphicFrameMkLst>
            <pc:docMk/>
            <pc:sldMk cId="658007169" sldId="262"/>
            <ac:graphicFrameMk id="4" creationId="{4DAB9328-D2B4-81AE-FA5B-3190B3753B5A}"/>
          </ac:graphicFrameMkLst>
        </pc:graphicFrameChg>
      </pc:sldChg>
      <pc:sldChg chg="delSp modSp">
        <pc:chgData name="Vinay Agrawal" userId="S::vinay.agrawal@contractor.cinq.care::98c4eb0e-584b-4a6b-9f63-51a6d6960981" providerId="AD" clId="Web-{7D834DAA-9952-E16A-D5F1-440618E4E527}" dt="2026-07-13T13:54:31.896" v="12" actId="20577"/>
        <pc:sldMkLst>
          <pc:docMk/>
          <pc:sldMk cId="2488406669" sldId="263"/>
        </pc:sldMkLst>
        <pc:spChg chg="mod">
          <ac:chgData name="Vinay Agrawal" userId="S::vinay.agrawal@contractor.cinq.care::98c4eb0e-584b-4a6b-9f63-51a6d6960981" providerId="AD" clId="Web-{7D834DAA-9952-E16A-D5F1-440618E4E527}" dt="2026-07-13T13:54:31.896" v="12" actId="20577"/>
          <ac:spMkLst>
            <pc:docMk/>
            <pc:sldMk cId="2488406669" sldId="263"/>
            <ac:spMk id="2" creationId="{E3DCD02A-87A3-77E5-23FC-4AB8D773D18C}"/>
          </ac:spMkLst>
        </pc:spChg>
        <pc:spChg chg="del">
          <ac:chgData name="Vinay Agrawal" userId="S::vinay.agrawal@contractor.cinq.care::98c4eb0e-584b-4a6b-9f63-51a6d6960981" providerId="AD" clId="Web-{7D834DAA-9952-E16A-D5F1-440618E4E527}" dt="2026-07-13T13:54:19.536" v="0"/>
          <ac:spMkLst>
            <pc:docMk/>
            <pc:sldMk cId="2488406669" sldId="263"/>
            <ac:spMk id="6" creationId="{ECA32870-0612-0299-CC86-108B89D2DD7D}"/>
          </ac:spMkLst>
        </pc:spChg>
      </pc:sldChg>
      <pc:sldChg chg="modSp">
        <pc:chgData name="Vinay Agrawal" userId="S::vinay.agrawal@contractor.cinq.care::98c4eb0e-584b-4a6b-9f63-51a6d6960981" providerId="AD" clId="Web-{7D834DAA-9952-E16A-D5F1-440618E4E527}" dt="2026-07-13T14:02:19.321" v="34"/>
        <pc:sldMkLst>
          <pc:docMk/>
          <pc:sldMk cId="1441982656" sldId="264"/>
        </pc:sldMkLst>
        <pc:graphicFrameChg chg="modGraphic">
          <ac:chgData name="Vinay Agrawal" userId="S::vinay.agrawal@contractor.cinq.care::98c4eb0e-584b-4a6b-9f63-51a6d6960981" providerId="AD" clId="Web-{7D834DAA-9952-E16A-D5F1-440618E4E527}" dt="2026-07-13T14:02:19.321" v="34"/>
          <ac:graphicFrameMkLst>
            <pc:docMk/>
            <pc:sldMk cId="1441982656" sldId="264"/>
            <ac:graphicFrameMk id="4" creationId="{55A12226-B73C-40C4-D7D5-6BD8967B9288}"/>
          </ac:graphicFrameMkLst>
        </pc:graphicFrameChg>
      </pc:sldChg>
    </pc:docChg>
  </pc:docChgLst>
  <pc:docChgLst>
    <pc:chgData name="Vinay Agrawal" userId="S::vinay.agrawal@contractor.cinq.care::98c4eb0e-584b-4a6b-9f63-51a6d6960981" providerId="AD" clId="Web-{2D9E48FC-97A1-E3C9-3B8C-2F65B0297CEA}"/>
    <pc:docChg chg="modSld">
      <pc:chgData name="Vinay Agrawal" userId="S::vinay.agrawal@contractor.cinq.care::98c4eb0e-584b-4a6b-9f63-51a6d6960981" providerId="AD" clId="Web-{2D9E48FC-97A1-E3C9-3B8C-2F65B0297CEA}" dt="2026-07-13T15:04:37.850" v="36" actId="20577"/>
      <pc:docMkLst>
        <pc:docMk/>
      </pc:docMkLst>
      <pc:sldChg chg="modSp">
        <pc:chgData name="Vinay Agrawal" userId="S::vinay.agrawal@contractor.cinq.care::98c4eb0e-584b-4a6b-9f63-51a6d6960981" providerId="AD" clId="Web-{2D9E48FC-97A1-E3C9-3B8C-2F65B0297CEA}" dt="2026-07-13T15:04:37.850" v="36" actId="20577"/>
        <pc:sldMkLst>
          <pc:docMk/>
          <pc:sldMk cId="2008890721" sldId="258"/>
        </pc:sldMkLst>
        <pc:spChg chg="mod">
          <ac:chgData name="Vinay Agrawal" userId="S::vinay.agrawal@contractor.cinq.care::98c4eb0e-584b-4a6b-9f63-51a6d6960981" providerId="AD" clId="Web-{2D9E48FC-97A1-E3C9-3B8C-2F65B0297CEA}" dt="2026-07-13T15:04:37.850" v="36" actId="20577"/>
          <ac:spMkLst>
            <pc:docMk/>
            <pc:sldMk cId="2008890721" sldId="258"/>
            <ac:spMk id="3" creationId="{2DF71FC3-33A2-63A6-FE08-3C52486A71B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2F5D98-1D35-4CA8-AB65-33ADF814C6C1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CCE3B4-4DB7-48C2-A986-8C58D47E9D2B}">
      <dgm:prSet phldrT="Add an event"/>
      <dgm:spPr/>
      <dgm:t>
        <a:bodyPr/>
        <a:lstStyle/>
        <a:p>
          <a:pPr>
            <a:defRPr b="1"/>
          </a:pPr>
          <a:r>
            <a:rPr lang="en-IN" b="1">
              <a:effectLst/>
            </a:rPr>
            <a:t>1. Historical Load (One-time)</a:t>
          </a:r>
          <a:endParaRPr lang="en-IN"/>
        </a:p>
      </dgm:t>
    </dgm:pt>
    <dgm:pt modelId="{B1F39744-F55A-434F-B754-B474F9C28C24}" type="parTrans" cxnId="{438256FA-484B-4C0F-BC38-7D02A84BD948}">
      <dgm:prSet/>
      <dgm:spPr/>
      <dgm:t>
        <a:bodyPr/>
        <a:lstStyle/>
        <a:p>
          <a:endParaRPr lang="en-IN"/>
        </a:p>
      </dgm:t>
    </dgm:pt>
    <dgm:pt modelId="{D6D00087-CC53-443C-A75C-0F90AF377844}" type="sibTrans" cxnId="{438256FA-484B-4C0F-BC38-7D02A84BD948}">
      <dgm:prSet/>
      <dgm:spPr/>
      <dgm:t>
        <a:bodyPr/>
        <a:lstStyle/>
        <a:p>
          <a:endParaRPr lang="en-IN"/>
        </a:p>
      </dgm:t>
    </dgm:pt>
    <dgm:pt modelId="{CCC38D89-B5C2-4908-A18F-AE00DF014539}">
      <dgm:prSet phldrT="Write a description of the significance of this event"/>
      <dgm:spPr/>
      <dgm:t>
        <a:bodyPr/>
        <a:lstStyle/>
        <a:p>
          <a:r>
            <a:rPr lang="en-IN" b="1">
              <a:effectLst/>
            </a:rPr>
            <a:t>a. </a:t>
          </a:r>
          <a:r>
            <a:rPr lang="en-IN" b="1" err="1">
              <a:effectLst/>
            </a:rPr>
            <a:t>OurID</a:t>
          </a:r>
          <a:r>
            <a:rPr lang="en-IN">
              <a:effectLst/>
            </a:rPr>
            <a:t> fetched from existing SQL Server DB using Federated queries</a:t>
          </a:r>
          <a:endParaRPr lang="en-IN"/>
        </a:p>
      </dgm:t>
    </dgm:pt>
    <dgm:pt modelId="{33465DEF-B69F-4145-B908-EEA67EA12BFD}" type="parTrans" cxnId="{523C1D28-2281-4859-ADBC-A8219826D77A}">
      <dgm:prSet/>
      <dgm:spPr/>
      <dgm:t>
        <a:bodyPr/>
        <a:lstStyle/>
        <a:p>
          <a:endParaRPr lang="en-IN"/>
        </a:p>
      </dgm:t>
    </dgm:pt>
    <dgm:pt modelId="{1DF608A8-CF58-4AB3-A59E-75AE47BC0D09}" type="sibTrans" cxnId="{523C1D28-2281-4859-ADBC-A8219826D77A}">
      <dgm:prSet/>
      <dgm:spPr/>
      <dgm:t>
        <a:bodyPr/>
        <a:lstStyle/>
        <a:p>
          <a:endParaRPr lang="en-IN"/>
        </a:p>
      </dgm:t>
    </dgm:pt>
    <dgm:pt modelId="{816F5888-2D00-4891-8794-275D9A098C40}">
      <dgm:prSet phldrT="Add an event"/>
      <dgm:spPr/>
      <dgm:t>
        <a:bodyPr/>
        <a:lstStyle/>
        <a:p>
          <a:pPr>
            <a:defRPr b="1"/>
          </a:pPr>
          <a:r>
            <a:rPr lang="en-IN" b="1">
              <a:effectLst/>
            </a:rPr>
            <a:t>2. Parallel Loads (Interim Phase)</a:t>
          </a:r>
          <a:endParaRPr lang="en-IN"/>
        </a:p>
      </dgm:t>
    </dgm:pt>
    <dgm:pt modelId="{5523E412-1238-4C56-91F9-74E956366496}" type="parTrans" cxnId="{07893F64-23BC-4B5B-A89A-611B5528EC14}">
      <dgm:prSet/>
      <dgm:spPr/>
      <dgm:t>
        <a:bodyPr/>
        <a:lstStyle/>
        <a:p>
          <a:endParaRPr lang="en-IN"/>
        </a:p>
      </dgm:t>
    </dgm:pt>
    <dgm:pt modelId="{C811D049-2E16-40E4-B39A-A6B152BDDD92}" type="sibTrans" cxnId="{07893F64-23BC-4B5B-A89A-611B5528EC14}">
      <dgm:prSet/>
      <dgm:spPr/>
      <dgm:t>
        <a:bodyPr/>
        <a:lstStyle/>
        <a:p>
          <a:endParaRPr lang="en-IN"/>
        </a:p>
      </dgm:t>
    </dgm:pt>
    <dgm:pt modelId="{29B5FF4B-BF14-4915-986A-37B649B406E6}">
      <dgm:prSet phldrT="Write a description of the significance of this event"/>
      <dgm:spPr/>
      <dgm:t>
        <a:bodyPr/>
        <a:lstStyle/>
        <a:p>
          <a:r>
            <a:rPr lang="en-IN">
              <a:effectLst/>
            </a:rPr>
            <a:t>a. </a:t>
          </a:r>
          <a:r>
            <a:rPr lang="en-IN" err="1">
              <a:effectLst/>
            </a:rPr>
            <a:t>OurId’s</a:t>
          </a:r>
          <a:r>
            <a:rPr lang="en-IN">
              <a:effectLst/>
            </a:rPr>
            <a:t> still generated in SQL Server</a:t>
          </a:r>
          <a:endParaRPr lang="en-IN"/>
        </a:p>
      </dgm:t>
    </dgm:pt>
    <dgm:pt modelId="{E1F0A6AA-1F0D-4298-BD95-B678C034D466}" type="parTrans" cxnId="{6B29F4D4-6181-4940-9B1B-8789423ED9F2}">
      <dgm:prSet/>
      <dgm:spPr/>
      <dgm:t>
        <a:bodyPr/>
        <a:lstStyle/>
        <a:p>
          <a:endParaRPr lang="en-IN"/>
        </a:p>
      </dgm:t>
    </dgm:pt>
    <dgm:pt modelId="{2D3D97BC-8163-4983-9EB2-FE59DA33686E}" type="sibTrans" cxnId="{6B29F4D4-6181-4940-9B1B-8789423ED9F2}">
      <dgm:prSet/>
      <dgm:spPr/>
      <dgm:t>
        <a:bodyPr/>
        <a:lstStyle/>
        <a:p>
          <a:endParaRPr lang="en-IN"/>
        </a:p>
      </dgm:t>
    </dgm:pt>
    <dgm:pt modelId="{364A98B1-C98B-43D0-8B01-D89CBD4C1701}">
      <dgm:prSet phldrT="Add an event"/>
      <dgm:spPr/>
      <dgm:t>
        <a:bodyPr/>
        <a:lstStyle/>
        <a:p>
          <a:pPr rtl="0">
            <a:defRPr b="1"/>
          </a:pPr>
          <a:r>
            <a:rPr lang="en-IN" b="1">
              <a:effectLst/>
            </a:rPr>
            <a:t>3. </a:t>
          </a:r>
          <a:r>
            <a:rPr lang="en-IN" b="1">
              <a:effectLst/>
              <a:latin typeface="Calibri Light" panose="020F0302020204030204"/>
            </a:rPr>
            <a:t>Decommission</a:t>
          </a:r>
          <a:r>
            <a:rPr lang="en-IN">
              <a:latin typeface="Calibri Light" panose="020F0302020204030204"/>
            </a:rPr>
            <a:t> from CINQDB</a:t>
          </a:r>
          <a:endParaRPr lang="en-IN"/>
        </a:p>
      </dgm:t>
    </dgm:pt>
    <dgm:pt modelId="{B91569B5-361D-461D-BFAE-A5559526EDF0}" type="parTrans" cxnId="{FB70948D-1D7A-4DC9-94B6-9129429A8D02}">
      <dgm:prSet/>
      <dgm:spPr/>
      <dgm:t>
        <a:bodyPr/>
        <a:lstStyle/>
        <a:p>
          <a:endParaRPr lang="en-IN"/>
        </a:p>
      </dgm:t>
    </dgm:pt>
    <dgm:pt modelId="{10E0B241-8C3B-493B-B857-262D14D5949D}" type="sibTrans" cxnId="{FB70948D-1D7A-4DC9-94B6-9129429A8D02}">
      <dgm:prSet/>
      <dgm:spPr/>
      <dgm:t>
        <a:bodyPr/>
        <a:lstStyle/>
        <a:p>
          <a:endParaRPr lang="en-IN"/>
        </a:p>
      </dgm:t>
    </dgm:pt>
    <dgm:pt modelId="{9F865718-6E1C-4955-841F-B523E0410551}">
      <dgm:prSet phldrT="Write a description of the significance of this event"/>
      <dgm:spPr/>
      <dgm:t>
        <a:bodyPr/>
        <a:lstStyle/>
        <a:p>
          <a:r>
            <a:rPr lang="en-IN">
              <a:effectLst/>
            </a:rPr>
            <a:t>a. Once SQL Server pipeline stops for a source (Fidelis) in CINQDB</a:t>
          </a:r>
          <a:endParaRPr lang="en-IN"/>
        </a:p>
      </dgm:t>
    </dgm:pt>
    <dgm:pt modelId="{04C5AE45-D2DA-46C3-8936-DA5BAA8B0E0C}" type="parTrans" cxnId="{8E4057DF-7138-484E-9F1E-C73B42CA1147}">
      <dgm:prSet/>
      <dgm:spPr/>
      <dgm:t>
        <a:bodyPr/>
        <a:lstStyle/>
        <a:p>
          <a:endParaRPr lang="en-IN"/>
        </a:p>
      </dgm:t>
    </dgm:pt>
    <dgm:pt modelId="{086F6208-347A-4FE4-8482-3706FDAE4861}" type="sibTrans" cxnId="{8E4057DF-7138-484E-9F1E-C73B42CA1147}">
      <dgm:prSet/>
      <dgm:spPr/>
      <dgm:t>
        <a:bodyPr/>
        <a:lstStyle/>
        <a:p>
          <a:endParaRPr lang="en-IN"/>
        </a:p>
      </dgm:t>
    </dgm:pt>
    <dgm:pt modelId="{7DB026BA-89F1-4EFD-9FE5-3ED00E94E055}">
      <dgm:prSet phldrT="Add an event"/>
      <dgm:spPr/>
      <dgm:t>
        <a:bodyPr/>
        <a:lstStyle/>
        <a:p>
          <a:pPr>
            <a:defRPr b="1"/>
          </a:pPr>
          <a:r>
            <a:rPr lang="en-IN" b="1">
              <a:effectLst/>
            </a:rPr>
            <a:t>4. Full Migration (Final Phase)</a:t>
          </a:r>
          <a:endParaRPr lang="en-IN"/>
        </a:p>
      </dgm:t>
    </dgm:pt>
    <dgm:pt modelId="{FA62CFCA-FA0E-4840-84BD-C35953DB2EA5}" type="parTrans" cxnId="{D74CE551-DE73-45E8-BF79-122B37647164}">
      <dgm:prSet/>
      <dgm:spPr/>
      <dgm:t>
        <a:bodyPr/>
        <a:lstStyle/>
        <a:p>
          <a:endParaRPr lang="en-IN"/>
        </a:p>
      </dgm:t>
    </dgm:pt>
    <dgm:pt modelId="{50EF0235-667F-4593-B7EE-C948AE0E5CBE}" type="sibTrans" cxnId="{D74CE551-DE73-45E8-BF79-122B37647164}">
      <dgm:prSet/>
      <dgm:spPr/>
      <dgm:t>
        <a:bodyPr/>
        <a:lstStyle/>
        <a:p>
          <a:endParaRPr lang="en-IN"/>
        </a:p>
      </dgm:t>
    </dgm:pt>
    <dgm:pt modelId="{8654FBCE-FF35-4640-9C29-9A44A452F38D}">
      <dgm:prSet phldrT="Write a description of the significance of this event"/>
      <dgm:spPr/>
      <dgm:t>
        <a:bodyPr/>
        <a:lstStyle/>
        <a:p>
          <a:r>
            <a:rPr lang="en-IN">
              <a:effectLst/>
            </a:rPr>
            <a:t>a. All sources migrated</a:t>
          </a:r>
          <a:endParaRPr lang="en-IN"/>
        </a:p>
      </dgm:t>
    </dgm:pt>
    <dgm:pt modelId="{53A434E7-223C-490D-9CA8-1A919F607340}" type="parTrans" cxnId="{85381563-5FDA-4E00-9D6F-3D9EE791412D}">
      <dgm:prSet/>
      <dgm:spPr/>
      <dgm:t>
        <a:bodyPr/>
        <a:lstStyle/>
        <a:p>
          <a:endParaRPr lang="en-IN"/>
        </a:p>
      </dgm:t>
    </dgm:pt>
    <dgm:pt modelId="{9401294B-971D-4547-BD64-53E6DC494BC9}" type="sibTrans" cxnId="{85381563-5FDA-4E00-9D6F-3D9EE791412D}">
      <dgm:prSet/>
      <dgm:spPr/>
      <dgm:t>
        <a:bodyPr/>
        <a:lstStyle/>
        <a:p>
          <a:endParaRPr lang="en-IN"/>
        </a:p>
      </dgm:t>
    </dgm:pt>
    <dgm:pt modelId="{6944C4FC-0888-44F4-8836-455899129572}">
      <dgm:prSet/>
      <dgm:spPr/>
      <dgm:t>
        <a:bodyPr/>
        <a:lstStyle/>
        <a:p>
          <a:r>
            <a:rPr lang="en-IN">
              <a:effectLst/>
            </a:rPr>
            <a:t>b. Loaded into Lake DB with </a:t>
          </a:r>
          <a:r>
            <a:rPr lang="en-IN" err="1">
              <a:effectLst/>
            </a:rPr>
            <a:t>OurID</a:t>
          </a:r>
          <a:r>
            <a:rPr lang="en-IN">
              <a:effectLst/>
            </a:rPr>
            <a:t> for members in Identity Table</a:t>
          </a:r>
          <a:endParaRPr lang="en-IN"/>
        </a:p>
      </dgm:t>
    </dgm:pt>
    <dgm:pt modelId="{7360B2EA-7389-4112-A14E-5746EDCA6DE0}" type="parTrans" cxnId="{48702689-FBDC-48E4-B77B-3CD429A8171F}">
      <dgm:prSet/>
      <dgm:spPr/>
      <dgm:t>
        <a:bodyPr/>
        <a:lstStyle/>
        <a:p>
          <a:endParaRPr lang="en-IN"/>
        </a:p>
      </dgm:t>
    </dgm:pt>
    <dgm:pt modelId="{AD1EEEE5-DB10-4620-B806-D360A0C91B70}" type="sibTrans" cxnId="{48702689-FBDC-48E4-B77B-3CD429A8171F}">
      <dgm:prSet/>
      <dgm:spPr/>
      <dgm:t>
        <a:bodyPr/>
        <a:lstStyle/>
        <a:p>
          <a:endParaRPr lang="en-IN"/>
        </a:p>
      </dgm:t>
    </dgm:pt>
    <dgm:pt modelId="{2D507E18-F9B2-46E5-AA47-4662B301A49C}">
      <dgm:prSet/>
      <dgm:spPr/>
      <dgm:t>
        <a:bodyPr/>
        <a:lstStyle/>
        <a:p>
          <a:r>
            <a:rPr lang="en-IN">
              <a:effectLst/>
            </a:rPr>
            <a:t>b. Once Jobs complete in </a:t>
          </a:r>
          <a:r>
            <a:rPr lang="en-IN" err="1">
              <a:effectLst/>
            </a:rPr>
            <a:t>CinqDB</a:t>
          </a:r>
          <a:r>
            <a:rPr lang="en-IN">
              <a:effectLst/>
            </a:rPr>
            <a:t> → keys synced into Lake DB</a:t>
          </a:r>
          <a:endParaRPr lang="en-IN"/>
        </a:p>
      </dgm:t>
    </dgm:pt>
    <dgm:pt modelId="{F6450068-E43A-4758-B056-CF2D0AC4060C}" type="parTrans" cxnId="{A431B40D-5F19-4756-8179-26E304D5A690}">
      <dgm:prSet/>
      <dgm:spPr/>
      <dgm:t>
        <a:bodyPr/>
        <a:lstStyle/>
        <a:p>
          <a:endParaRPr lang="en-IN"/>
        </a:p>
      </dgm:t>
    </dgm:pt>
    <dgm:pt modelId="{C961CA07-719C-45BD-9E00-717432B8662B}" type="sibTrans" cxnId="{A431B40D-5F19-4756-8179-26E304D5A690}">
      <dgm:prSet/>
      <dgm:spPr/>
      <dgm:t>
        <a:bodyPr/>
        <a:lstStyle/>
        <a:p>
          <a:endParaRPr lang="en-IN"/>
        </a:p>
      </dgm:t>
    </dgm:pt>
    <dgm:pt modelId="{EE4AD24F-C62C-4F92-8400-1E7C96C849E9}">
      <dgm:prSet/>
      <dgm:spPr/>
      <dgm:t>
        <a:bodyPr/>
        <a:lstStyle/>
        <a:p>
          <a:r>
            <a:rPr lang="en-IN"/>
            <a:t>b. Lake will check </a:t>
          </a:r>
          <a:r>
            <a:rPr lang="en-IN" err="1"/>
            <a:t>OurId</a:t>
          </a:r>
          <a:r>
            <a:rPr lang="en-IN"/>
            <a:t> for the </a:t>
          </a:r>
          <a:r>
            <a:rPr lang="en-IN" err="1"/>
            <a:t>LinkId</a:t>
          </a:r>
          <a:r>
            <a:rPr lang="en-IN"/>
            <a:t> received in existing CINQDB</a:t>
          </a:r>
        </a:p>
      </dgm:t>
    </dgm:pt>
    <dgm:pt modelId="{F36399E7-E300-4094-8D74-A76F796EB8D3}" type="parTrans" cxnId="{8121C19B-659D-41DB-8B3B-25C85AC0BCFB}">
      <dgm:prSet/>
      <dgm:spPr/>
      <dgm:t>
        <a:bodyPr/>
        <a:lstStyle/>
        <a:p>
          <a:endParaRPr lang="en-IN"/>
        </a:p>
      </dgm:t>
    </dgm:pt>
    <dgm:pt modelId="{552DF1C0-11E8-4071-B5C2-54128A241A79}" type="sibTrans" cxnId="{8121C19B-659D-41DB-8B3B-25C85AC0BCFB}">
      <dgm:prSet/>
      <dgm:spPr/>
      <dgm:t>
        <a:bodyPr/>
        <a:lstStyle/>
        <a:p>
          <a:endParaRPr lang="en-IN"/>
        </a:p>
      </dgm:t>
    </dgm:pt>
    <dgm:pt modelId="{705ABA6F-98FF-42BA-A9C6-69024E5C84E3}">
      <dgm:prSet/>
      <dgm:spPr/>
      <dgm:t>
        <a:bodyPr/>
        <a:lstStyle/>
        <a:p>
          <a:r>
            <a:rPr lang="en-IN">
              <a:effectLst/>
            </a:rPr>
            <a:t>c. If not found, Lake calls federated query to fetch sequence numbers for new members</a:t>
          </a:r>
          <a:endParaRPr lang="en-IN"/>
        </a:p>
      </dgm:t>
    </dgm:pt>
    <dgm:pt modelId="{2A1AD57C-5153-4880-951C-A4B74FE72C5D}" type="parTrans" cxnId="{40FFE225-1B93-41CB-9746-4C16D9DBF5B4}">
      <dgm:prSet/>
      <dgm:spPr/>
      <dgm:t>
        <a:bodyPr/>
        <a:lstStyle/>
        <a:p>
          <a:endParaRPr lang="en-IN"/>
        </a:p>
      </dgm:t>
    </dgm:pt>
    <dgm:pt modelId="{38FA7404-7934-49BB-B214-AEB79F2637BC}" type="sibTrans" cxnId="{40FFE225-1B93-41CB-9746-4C16D9DBF5B4}">
      <dgm:prSet/>
      <dgm:spPr/>
      <dgm:t>
        <a:bodyPr/>
        <a:lstStyle/>
        <a:p>
          <a:endParaRPr lang="en-IN"/>
        </a:p>
      </dgm:t>
    </dgm:pt>
    <dgm:pt modelId="{444E42A4-7BDB-4C0E-A96A-24FC2C9C9BF2}">
      <dgm:prSet/>
      <dgm:spPr/>
      <dgm:t>
        <a:bodyPr/>
        <a:lstStyle/>
        <a:p>
          <a:r>
            <a:rPr lang="en-IN" b="0">
              <a:effectLst/>
            </a:rPr>
            <a:t>b. </a:t>
          </a:r>
          <a:r>
            <a:rPr lang="en-IN" b="1" err="1">
              <a:effectLst/>
            </a:rPr>
            <a:t>OurId</a:t>
          </a:r>
          <a:r>
            <a:rPr lang="en-IN">
              <a:effectLst/>
            </a:rPr>
            <a:t> generation fully handled within Lake</a:t>
          </a:r>
          <a:endParaRPr lang="en-IN"/>
        </a:p>
      </dgm:t>
    </dgm:pt>
    <dgm:pt modelId="{509D3FE0-33D8-4105-BBD7-67208C547F14}" type="parTrans" cxnId="{9127C4C0-CFA7-4902-AB71-EC7CEE13655E}">
      <dgm:prSet/>
      <dgm:spPr/>
      <dgm:t>
        <a:bodyPr/>
        <a:lstStyle/>
        <a:p>
          <a:endParaRPr lang="en-IN"/>
        </a:p>
      </dgm:t>
    </dgm:pt>
    <dgm:pt modelId="{50490206-17CC-4D9C-9729-DA1EE9E7107F}" type="sibTrans" cxnId="{9127C4C0-CFA7-4902-AB71-EC7CEE13655E}">
      <dgm:prSet/>
      <dgm:spPr/>
      <dgm:t>
        <a:bodyPr/>
        <a:lstStyle/>
        <a:p>
          <a:endParaRPr lang="en-IN"/>
        </a:p>
      </dgm:t>
    </dgm:pt>
    <dgm:pt modelId="{1D27ED6E-8DBD-480F-93C9-794E97031F65}" type="pres">
      <dgm:prSet presAssocID="{C42F5D98-1D35-4CA8-AB65-33ADF814C6C1}" presName="root" presStyleCnt="0">
        <dgm:presLayoutVars>
          <dgm:dir/>
          <dgm:animLvl val="lvl"/>
        </dgm:presLayoutVars>
      </dgm:prSet>
      <dgm:spPr/>
    </dgm:pt>
    <dgm:pt modelId="{9B021ED1-31EF-474E-B175-BAC889445504}" type="pres">
      <dgm:prSet presAssocID="{C42F5D98-1D35-4CA8-AB65-33ADF814C6C1}" presName="divider" presStyleCnt="0"/>
      <dgm:spPr/>
    </dgm:pt>
    <dgm:pt modelId="{E64DD07E-87C8-4CAD-9D63-C289FB698A40}" type="pres">
      <dgm:prSet presAssocID="{C42F5D98-1D35-4CA8-AB65-33ADF814C6C1}" presName="rectBar" presStyleLbl="dkBgShp" presStyleIdx="0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99B2EBC7-1C54-4680-A18D-6572D79358BE}" type="pres">
      <dgm:prSet presAssocID="{C42F5D98-1D35-4CA8-AB65-33ADF814C6C1}" presName="chevronArrow" presStyleLbl="dkBgShp" presStyleIdx="1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6FEF44E-93B5-499B-A80E-0797D48CD110}" type="pres">
      <dgm:prSet presAssocID="{C42F5D98-1D35-4CA8-AB65-33ADF814C6C1}" presName="nodes" presStyleCnt="0">
        <dgm:presLayoutVars>
          <dgm:chMax/>
          <dgm:chPref/>
          <dgm:animLvl val="lvl"/>
        </dgm:presLayoutVars>
      </dgm:prSet>
      <dgm:spPr/>
    </dgm:pt>
    <dgm:pt modelId="{E374CEBD-36E3-43F2-BF8A-37AD0D3E45CE}" type="pres">
      <dgm:prSet presAssocID="{42CCE3B4-4DB7-48C2-A986-8C58D47E9D2B}" presName="composite" presStyleCnt="0"/>
      <dgm:spPr/>
    </dgm:pt>
    <dgm:pt modelId="{6C39100F-EC5D-4BD3-8EDA-35E53730B49E}" type="pres">
      <dgm:prSet presAssocID="{42CCE3B4-4DB7-48C2-A986-8C58D47E9D2B}" presName="DropPinPlaceHolder" presStyleCnt="0"/>
      <dgm:spPr/>
    </dgm:pt>
    <dgm:pt modelId="{7C177E42-2F6B-4BEA-9A24-DECBC638344C}" type="pres">
      <dgm:prSet presAssocID="{42CCE3B4-4DB7-48C2-A986-8C58D47E9D2B}" presName="DropPin" presStyleLbl="alignNode1" presStyleIdx="0" presStyleCnt="4"/>
      <dgm:spPr/>
    </dgm:pt>
    <dgm:pt modelId="{2CFC25A3-CFE3-4226-98FB-EC6AF8DA83C8}" type="pres">
      <dgm:prSet presAssocID="{42CCE3B4-4DB7-48C2-A986-8C58D47E9D2B}" presName="Ellipse" presStyleLbl="fgAcc1" presStyleIdx="0" presStyleCnt="4"/>
      <dgm:spPr/>
    </dgm:pt>
    <dgm:pt modelId="{2EE0B6B2-8317-4178-9F76-B2FDDB4963E5}" type="pres">
      <dgm:prSet presAssocID="{42CCE3B4-4DB7-48C2-A986-8C58D47E9D2B}" presName="L2TextContainer" presStyleLbl="revTx" presStyleIdx="0" presStyleCnt="8">
        <dgm:presLayoutVars>
          <dgm:bulletEnabled val="1"/>
        </dgm:presLayoutVars>
      </dgm:prSet>
      <dgm:spPr/>
    </dgm:pt>
    <dgm:pt modelId="{5082783C-2E8B-46D4-9FBA-6C374EB4611C}" type="pres">
      <dgm:prSet presAssocID="{42CCE3B4-4DB7-48C2-A986-8C58D47E9D2B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D65D27C4-CA18-4ED0-B71A-9291ECE95CE8}" type="pres">
      <dgm:prSet presAssocID="{42CCE3B4-4DB7-48C2-A986-8C58D47E9D2B}" presName="ConnectLine" presStyleLbl="dkBgShp" presStyleIdx="2" presStyleCnt="6"/>
      <dgm:spPr/>
    </dgm:pt>
    <dgm:pt modelId="{E51BC2DE-1F09-434F-9429-2F32994144DB}" type="pres">
      <dgm:prSet presAssocID="{42CCE3B4-4DB7-48C2-A986-8C58D47E9D2B}" presName="ConnectorPoint" presStyleCnt="0"/>
      <dgm:spPr/>
    </dgm:pt>
    <dgm:pt modelId="{86A5CD5C-BB51-4B10-BF0E-95025807BCDF}" type="pres">
      <dgm:prSet presAssocID="{42CCE3B4-4DB7-48C2-A986-8C58D47E9D2B}" presName="Bullet" presStyleLbl="lnNode1" presStyleIdx="0" presStyleCnt="4"/>
      <dgm:spPr/>
    </dgm:pt>
    <dgm:pt modelId="{70AF2782-AF3A-4796-92ED-1D6E07F7CBFD}" type="pres">
      <dgm:prSet presAssocID="{42CCE3B4-4DB7-48C2-A986-8C58D47E9D2B}" presName="EmptyPlaceHolder" presStyleCnt="0"/>
      <dgm:spPr/>
    </dgm:pt>
    <dgm:pt modelId="{3203020E-EA66-469E-995B-CAD7C2A899C0}" type="pres">
      <dgm:prSet presAssocID="{D6D00087-CC53-443C-A75C-0F90AF377844}" presName="spaceBetweenRectangles" presStyleCnt="0"/>
      <dgm:spPr/>
    </dgm:pt>
    <dgm:pt modelId="{96FF82A4-11F2-42C9-8A1D-14E96795684B}" type="pres">
      <dgm:prSet presAssocID="{816F5888-2D00-4891-8794-275D9A098C40}" presName="composite" presStyleCnt="0"/>
      <dgm:spPr/>
    </dgm:pt>
    <dgm:pt modelId="{7AFA12F1-B3EE-4870-B19A-771C3B46CEE6}" type="pres">
      <dgm:prSet presAssocID="{816F5888-2D00-4891-8794-275D9A098C40}" presName="DropPinPlaceHolder" presStyleCnt="0"/>
      <dgm:spPr/>
    </dgm:pt>
    <dgm:pt modelId="{84E00D35-2447-4EFE-81B1-8700C26CCAD5}" type="pres">
      <dgm:prSet presAssocID="{816F5888-2D00-4891-8794-275D9A098C40}" presName="DropPin" presStyleLbl="alignNode1" presStyleIdx="1" presStyleCnt="4"/>
      <dgm:spPr/>
    </dgm:pt>
    <dgm:pt modelId="{8BF9B2E0-BA1E-4CEC-90E7-7FD136932AD0}" type="pres">
      <dgm:prSet presAssocID="{816F5888-2D00-4891-8794-275D9A098C40}" presName="Ellipse" presStyleLbl="fgAcc1" presStyleIdx="1" presStyleCnt="4"/>
      <dgm:spPr/>
    </dgm:pt>
    <dgm:pt modelId="{E6A1C15B-7DFC-4651-BEFA-08BBFAE599B7}" type="pres">
      <dgm:prSet presAssocID="{816F5888-2D00-4891-8794-275D9A098C40}" presName="L2TextContainer" presStyleLbl="revTx" presStyleIdx="2" presStyleCnt="8">
        <dgm:presLayoutVars>
          <dgm:bulletEnabled val="1"/>
        </dgm:presLayoutVars>
      </dgm:prSet>
      <dgm:spPr/>
    </dgm:pt>
    <dgm:pt modelId="{8575D61F-049B-45A0-A77C-E0D06E625F69}" type="pres">
      <dgm:prSet presAssocID="{816F5888-2D00-4891-8794-275D9A098C40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695D9951-0267-4A84-90DF-20F571C3B175}" type="pres">
      <dgm:prSet presAssocID="{816F5888-2D00-4891-8794-275D9A098C40}" presName="ConnectLine" presStyleLbl="dkBgShp" presStyleIdx="3" presStyleCnt="6"/>
      <dgm:spPr/>
    </dgm:pt>
    <dgm:pt modelId="{3E46996E-B546-4DED-8C42-152126ED9B53}" type="pres">
      <dgm:prSet presAssocID="{816F5888-2D00-4891-8794-275D9A098C40}" presName="ConnectorPoint" presStyleCnt="0"/>
      <dgm:spPr/>
    </dgm:pt>
    <dgm:pt modelId="{6FCBFC94-99C5-4BC9-87C7-8C09DE865A06}" type="pres">
      <dgm:prSet presAssocID="{816F5888-2D00-4891-8794-275D9A098C40}" presName="Bullet" presStyleLbl="lnNode1" presStyleIdx="1" presStyleCnt="4"/>
      <dgm:spPr/>
    </dgm:pt>
    <dgm:pt modelId="{08C3EA47-AA68-45C2-9934-0B9D4992131C}" type="pres">
      <dgm:prSet presAssocID="{816F5888-2D00-4891-8794-275D9A098C40}" presName="EmptyPlaceHolder" presStyleCnt="0"/>
      <dgm:spPr/>
    </dgm:pt>
    <dgm:pt modelId="{07E1CF01-D656-4A5F-9B0C-10F690CE87B8}" type="pres">
      <dgm:prSet presAssocID="{C811D049-2E16-40E4-B39A-A6B152BDDD92}" presName="spaceBetweenRectangles" presStyleCnt="0"/>
      <dgm:spPr/>
    </dgm:pt>
    <dgm:pt modelId="{62F910FF-5C2F-45EE-A259-E4F6B374DB0E}" type="pres">
      <dgm:prSet presAssocID="{364A98B1-C98B-43D0-8B01-D89CBD4C1701}" presName="composite" presStyleCnt="0"/>
      <dgm:spPr/>
    </dgm:pt>
    <dgm:pt modelId="{8A356719-B70F-45A7-A447-4D96D4110E17}" type="pres">
      <dgm:prSet presAssocID="{364A98B1-C98B-43D0-8B01-D89CBD4C1701}" presName="DropPinPlaceHolder" presStyleCnt="0"/>
      <dgm:spPr/>
    </dgm:pt>
    <dgm:pt modelId="{48AC6BC2-EC47-4E5F-B575-8868A6F04BB0}" type="pres">
      <dgm:prSet presAssocID="{364A98B1-C98B-43D0-8B01-D89CBD4C1701}" presName="DropPin" presStyleLbl="alignNode1" presStyleIdx="2" presStyleCnt="4"/>
      <dgm:spPr/>
    </dgm:pt>
    <dgm:pt modelId="{8CE31A02-3EE8-433E-BA90-97AA9C0B8805}" type="pres">
      <dgm:prSet presAssocID="{364A98B1-C98B-43D0-8B01-D89CBD4C1701}" presName="Ellipse" presStyleLbl="fgAcc1" presStyleIdx="2" presStyleCnt="4"/>
      <dgm:spPr/>
    </dgm:pt>
    <dgm:pt modelId="{270C0D7D-D748-4E89-9E8C-16570386FA2D}" type="pres">
      <dgm:prSet presAssocID="{364A98B1-C98B-43D0-8B01-D89CBD4C1701}" presName="L2TextContainer" presStyleLbl="revTx" presStyleIdx="4" presStyleCnt="8">
        <dgm:presLayoutVars>
          <dgm:bulletEnabled val="1"/>
        </dgm:presLayoutVars>
      </dgm:prSet>
      <dgm:spPr/>
    </dgm:pt>
    <dgm:pt modelId="{04FB10BC-DF34-446A-AFA4-0661B90ECC9F}" type="pres">
      <dgm:prSet presAssocID="{364A98B1-C98B-43D0-8B01-D89CBD4C1701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92B6F272-37B1-4E9D-9CD7-24399BF94C75}" type="pres">
      <dgm:prSet presAssocID="{364A98B1-C98B-43D0-8B01-D89CBD4C1701}" presName="ConnectLine" presStyleLbl="dkBgShp" presStyleIdx="4" presStyleCnt="6"/>
      <dgm:spPr/>
    </dgm:pt>
    <dgm:pt modelId="{2810B344-35FA-467B-9585-9AD88FD95526}" type="pres">
      <dgm:prSet presAssocID="{364A98B1-C98B-43D0-8B01-D89CBD4C1701}" presName="ConnectorPoint" presStyleCnt="0"/>
      <dgm:spPr/>
    </dgm:pt>
    <dgm:pt modelId="{CE0361E0-FF96-4812-85DC-26ECED0A5005}" type="pres">
      <dgm:prSet presAssocID="{364A98B1-C98B-43D0-8B01-D89CBD4C1701}" presName="Bullet" presStyleLbl="lnNode1" presStyleIdx="2" presStyleCnt="4"/>
      <dgm:spPr/>
    </dgm:pt>
    <dgm:pt modelId="{AFFCC688-C33E-4D54-A3B6-CD945E8B5BBB}" type="pres">
      <dgm:prSet presAssocID="{364A98B1-C98B-43D0-8B01-D89CBD4C1701}" presName="EmptyPlaceHolder" presStyleCnt="0"/>
      <dgm:spPr/>
    </dgm:pt>
    <dgm:pt modelId="{FB3AF745-4F84-466A-AE0E-BBDFB513A593}" type="pres">
      <dgm:prSet presAssocID="{10E0B241-8C3B-493B-B857-262D14D5949D}" presName="spaceBetweenRectangles" presStyleCnt="0"/>
      <dgm:spPr/>
    </dgm:pt>
    <dgm:pt modelId="{8AA1E8F9-55CF-4137-B72A-8A370B103F2D}" type="pres">
      <dgm:prSet presAssocID="{7DB026BA-89F1-4EFD-9FE5-3ED00E94E055}" presName="composite" presStyleCnt="0"/>
      <dgm:spPr/>
    </dgm:pt>
    <dgm:pt modelId="{B7690EB8-88C3-48C7-9D60-33CB13DFF785}" type="pres">
      <dgm:prSet presAssocID="{7DB026BA-89F1-4EFD-9FE5-3ED00E94E055}" presName="DropPinPlaceHolder" presStyleCnt="0"/>
      <dgm:spPr/>
    </dgm:pt>
    <dgm:pt modelId="{55AE23F3-24F0-483D-881D-788AFE2B4083}" type="pres">
      <dgm:prSet presAssocID="{7DB026BA-89F1-4EFD-9FE5-3ED00E94E055}" presName="DropPin" presStyleLbl="alignNode1" presStyleIdx="3" presStyleCnt="4"/>
      <dgm:spPr/>
    </dgm:pt>
    <dgm:pt modelId="{B23BAFB1-C390-48EA-B1E4-9F623402E199}" type="pres">
      <dgm:prSet presAssocID="{7DB026BA-89F1-4EFD-9FE5-3ED00E94E055}" presName="Ellipse" presStyleLbl="fgAcc1" presStyleIdx="3" presStyleCnt="4"/>
      <dgm:spPr/>
    </dgm:pt>
    <dgm:pt modelId="{3803A901-B1B1-4142-AE02-E295200377B7}" type="pres">
      <dgm:prSet presAssocID="{7DB026BA-89F1-4EFD-9FE5-3ED00E94E055}" presName="L2TextContainer" presStyleLbl="revTx" presStyleIdx="6" presStyleCnt="8">
        <dgm:presLayoutVars>
          <dgm:bulletEnabled val="1"/>
        </dgm:presLayoutVars>
      </dgm:prSet>
      <dgm:spPr/>
    </dgm:pt>
    <dgm:pt modelId="{892C2124-3288-40AC-BBD5-A36979E9290F}" type="pres">
      <dgm:prSet presAssocID="{7DB026BA-89F1-4EFD-9FE5-3ED00E94E055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3D4C3C7F-5C81-414D-8E67-51CE117E9BF7}" type="pres">
      <dgm:prSet presAssocID="{7DB026BA-89F1-4EFD-9FE5-3ED00E94E055}" presName="ConnectLine" presStyleLbl="dkBgShp" presStyleIdx="5" presStyleCnt="6"/>
      <dgm:spPr/>
    </dgm:pt>
    <dgm:pt modelId="{9E839A8F-CB45-42BB-BA0A-54BDA9DF865A}" type="pres">
      <dgm:prSet presAssocID="{7DB026BA-89F1-4EFD-9FE5-3ED00E94E055}" presName="ConnectorPoint" presStyleCnt="0"/>
      <dgm:spPr/>
    </dgm:pt>
    <dgm:pt modelId="{515A4B90-70CB-4DBF-B544-7922BAA1FCDF}" type="pres">
      <dgm:prSet presAssocID="{7DB026BA-89F1-4EFD-9FE5-3ED00E94E055}" presName="Bullet" presStyleLbl="lnNode1" presStyleIdx="3" presStyleCnt="4"/>
      <dgm:spPr/>
    </dgm:pt>
    <dgm:pt modelId="{16749813-43BB-4198-8C31-C695E9796E1B}" type="pres">
      <dgm:prSet presAssocID="{7DB026BA-89F1-4EFD-9FE5-3ED00E94E055}" presName="EmptyPlaceHolder" presStyleCnt="0"/>
      <dgm:spPr/>
    </dgm:pt>
  </dgm:ptLst>
  <dgm:cxnLst>
    <dgm:cxn modelId="{93306A00-9333-4156-AA1A-67E570F142C3}" type="presOf" srcId="{7DB026BA-89F1-4EFD-9FE5-3ED00E94E055}" destId="{892C2124-3288-40AC-BBD5-A36979E9290F}" srcOrd="0" destOrd="0" presId="urn:microsoft.com/office/officeart/2024/layout/BulletTimeline"/>
    <dgm:cxn modelId="{A431B40D-5F19-4756-8179-26E304D5A690}" srcId="{816F5888-2D00-4891-8794-275D9A098C40}" destId="{2D507E18-F9B2-46E5-AA47-4662B301A49C}" srcOrd="1" destOrd="0" parTransId="{F6450068-E43A-4758-B056-CF2D0AC4060C}" sibTransId="{C961CA07-719C-45BD-9E00-717432B8662B}"/>
    <dgm:cxn modelId="{A4945B15-AE19-4F46-B813-061EBE498974}" type="presOf" srcId="{364A98B1-C98B-43D0-8B01-D89CBD4C1701}" destId="{04FB10BC-DF34-446A-AFA4-0661B90ECC9F}" srcOrd="0" destOrd="0" presId="urn:microsoft.com/office/officeart/2024/layout/BulletTimeline"/>
    <dgm:cxn modelId="{40FFE225-1B93-41CB-9746-4C16D9DBF5B4}" srcId="{364A98B1-C98B-43D0-8B01-D89CBD4C1701}" destId="{705ABA6F-98FF-42BA-A9C6-69024E5C84E3}" srcOrd="2" destOrd="0" parTransId="{2A1AD57C-5153-4880-951C-A4B74FE72C5D}" sibTransId="{38FA7404-7934-49BB-B214-AEB79F2637BC}"/>
    <dgm:cxn modelId="{523C1D28-2281-4859-ADBC-A8219826D77A}" srcId="{42CCE3B4-4DB7-48C2-A986-8C58D47E9D2B}" destId="{CCC38D89-B5C2-4908-A18F-AE00DF014539}" srcOrd="0" destOrd="0" parTransId="{33465DEF-B69F-4145-B908-EEA67EA12BFD}" sibTransId="{1DF608A8-CF58-4AB3-A59E-75AE47BC0D09}"/>
    <dgm:cxn modelId="{218A3D5B-441D-4878-933F-612E1F007464}" type="presOf" srcId="{9F865718-6E1C-4955-841F-B523E0410551}" destId="{270C0D7D-D748-4E89-9E8C-16570386FA2D}" srcOrd="0" destOrd="0" presId="urn:microsoft.com/office/officeart/2024/layout/BulletTimeline"/>
    <dgm:cxn modelId="{85381563-5FDA-4E00-9D6F-3D9EE791412D}" srcId="{7DB026BA-89F1-4EFD-9FE5-3ED00E94E055}" destId="{8654FBCE-FF35-4640-9C29-9A44A452F38D}" srcOrd="0" destOrd="0" parTransId="{53A434E7-223C-490D-9CA8-1A919F607340}" sibTransId="{9401294B-971D-4547-BD64-53E6DC494BC9}"/>
    <dgm:cxn modelId="{07893F64-23BC-4B5B-A89A-611B5528EC14}" srcId="{C42F5D98-1D35-4CA8-AB65-33ADF814C6C1}" destId="{816F5888-2D00-4891-8794-275D9A098C40}" srcOrd="1" destOrd="0" parTransId="{5523E412-1238-4C56-91F9-74E956366496}" sibTransId="{C811D049-2E16-40E4-B39A-A6B152BDDD92}"/>
    <dgm:cxn modelId="{FDA4C170-C825-4732-A546-4BC286D39A5F}" type="presOf" srcId="{8654FBCE-FF35-4640-9C29-9A44A452F38D}" destId="{3803A901-B1B1-4142-AE02-E295200377B7}" srcOrd="0" destOrd="0" presId="urn:microsoft.com/office/officeart/2024/layout/BulletTimeline"/>
    <dgm:cxn modelId="{D74CE551-DE73-45E8-BF79-122B37647164}" srcId="{C42F5D98-1D35-4CA8-AB65-33ADF814C6C1}" destId="{7DB026BA-89F1-4EFD-9FE5-3ED00E94E055}" srcOrd="3" destOrd="0" parTransId="{FA62CFCA-FA0E-4840-84BD-C35953DB2EA5}" sibTransId="{50EF0235-667F-4593-B7EE-C948AE0E5CBE}"/>
    <dgm:cxn modelId="{39CD4A5A-AE66-4E1C-ABCE-C61C507C8B21}" type="presOf" srcId="{816F5888-2D00-4891-8794-275D9A098C40}" destId="{8575D61F-049B-45A0-A77C-E0D06E625F69}" srcOrd="0" destOrd="0" presId="urn:microsoft.com/office/officeart/2024/layout/BulletTimeline"/>
    <dgm:cxn modelId="{57BDD77A-C13B-43B8-A98A-582F22AA353A}" type="presOf" srcId="{2D507E18-F9B2-46E5-AA47-4662B301A49C}" destId="{E6A1C15B-7DFC-4651-BEFA-08BBFAE599B7}" srcOrd="0" destOrd="1" presId="urn:microsoft.com/office/officeart/2024/layout/BulletTimeline"/>
    <dgm:cxn modelId="{48702689-FBDC-48E4-B77B-3CD429A8171F}" srcId="{42CCE3B4-4DB7-48C2-A986-8C58D47E9D2B}" destId="{6944C4FC-0888-44F4-8836-455899129572}" srcOrd="1" destOrd="0" parTransId="{7360B2EA-7389-4112-A14E-5746EDCA6DE0}" sibTransId="{AD1EEEE5-DB10-4620-B806-D360A0C91B70}"/>
    <dgm:cxn modelId="{FB70948D-1D7A-4DC9-94B6-9129429A8D02}" srcId="{C42F5D98-1D35-4CA8-AB65-33ADF814C6C1}" destId="{364A98B1-C98B-43D0-8B01-D89CBD4C1701}" srcOrd="2" destOrd="0" parTransId="{B91569B5-361D-461D-BFAE-A5559526EDF0}" sibTransId="{10E0B241-8C3B-493B-B857-262D14D5949D}"/>
    <dgm:cxn modelId="{8121C19B-659D-41DB-8B3B-25C85AC0BCFB}" srcId="{364A98B1-C98B-43D0-8B01-D89CBD4C1701}" destId="{EE4AD24F-C62C-4F92-8400-1E7C96C849E9}" srcOrd="1" destOrd="0" parTransId="{F36399E7-E300-4094-8D74-A76F796EB8D3}" sibTransId="{552DF1C0-11E8-4071-B5C2-54128A241A79}"/>
    <dgm:cxn modelId="{5D6B9BB8-8321-4DF9-9D11-C82EF24F4141}" type="presOf" srcId="{6944C4FC-0888-44F4-8836-455899129572}" destId="{2EE0B6B2-8317-4178-9F76-B2FDDB4963E5}" srcOrd="0" destOrd="1" presId="urn:microsoft.com/office/officeart/2024/layout/BulletTimeline"/>
    <dgm:cxn modelId="{9127C4C0-CFA7-4902-AB71-EC7CEE13655E}" srcId="{7DB026BA-89F1-4EFD-9FE5-3ED00E94E055}" destId="{444E42A4-7BDB-4C0E-A96A-24FC2C9C9BF2}" srcOrd="1" destOrd="0" parTransId="{509D3FE0-33D8-4105-BBD7-67208C547F14}" sibTransId="{50490206-17CC-4D9C-9729-DA1EE9E7107F}"/>
    <dgm:cxn modelId="{BA09D3C9-EEFB-4C52-9BC7-1D8254623C35}" type="presOf" srcId="{EE4AD24F-C62C-4F92-8400-1E7C96C849E9}" destId="{270C0D7D-D748-4E89-9E8C-16570386FA2D}" srcOrd="0" destOrd="1" presId="urn:microsoft.com/office/officeart/2024/layout/BulletTimeline"/>
    <dgm:cxn modelId="{6B29F4D4-6181-4940-9B1B-8789423ED9F2}" srcId="{816F5888-2D00-4891-8794-275D9A098C40}" destId="{29B5FF4B-BF14-4915-986A-37B649B406E6}" srcOrd="0" destOrd="0" parTransId="{E1F0A6AA-1F0D-4298-BD95-B678C034D466}" sibTransId="{2D3D97BC-8163-4983-9EB2-FE59DA33686E}"/>
    <dgm:cxn modelId="{B7C306DC-2745-4D17-8063-951F33F253EB}" type="presOf" srcId="{705ABA6F-98FF-42BA-A9C6-69024E5C84E3}" destId="{270C0D7D-D748-4E89-9E8C-16570386FA2D}" srcOrd="0" destOrd="2" presId="urn:microsoft.com/office/officeart/2024/layout/BulletTimeline"/>
    <dgm:cxn modelId="{5A72A4DE-84BA-42E4-A1DB-70CF2FDFCA48}" type="presOf" srcId="{C42F5D98-1D35-4CA8-AB65-33ADF814C6C1}" destId="{1D27ED6E-8DBD-480F-93C9-794E97031F65}" srcOrd="0" destOrd="0" presId="urn:microsoft.com/office/officeart/2024/layout/BulletTimeline"/>
    <dgm:cxn modelId="{8E4057DF-7138-484E-9F1E-C73B42CA1147}" srcId="{364A98B1-C98B-43D0-8B01-D89CBD4C1701}" destId="{9F865718-6E1C-4955-841F-B523E0410551}" srcOrd="0" destOrd="0" parTransId="{04C5AE45-D2DA-46C3-8936-DA5BAA8B0E0C}" sibTransId="{086F6208-347A-4FE4-8482-3706FDAE4861}"/>
    <dgm:cxn modelId="{51D571EB-C29F-428D-BCB6-3A82BAEA397E}" type="presOf" srcId="{444E42A4-7BDB-4C0E-A96A-24FC2C9C9BF2}" destId="{3803A901-B1B1-4142-AE02-E295200377B7}" srcOrd="0" destOrd="1" presId="urn:microsoft.com/office/officeart/2024/layout/BulletTimeline"/>
    <dgm:cxn modelId="{438256FA-484B-4C0F-BC38-7D02A84BD948}" srcId="{C42F5D98-1D35-4CA8-AB65-33ADF814C6C1}" destId="{42CCE3B4-4DB7-48C2-A986-8C58D47E9D2B}" srcOrd="0" destOrd="0" parTransId="{B1F39744-F55A-434F-B754-B474F9C28C24}" sibTransId="{D6D00087-CC53-443C-A75C-0F90AF377844}"/>
    <dgm:cxn modelId="{A32495FA-ECD0-4597-A85D-2B65E80F9211}" type="presOf" srcId="{CCC38D89-B5C2-4908-A18F-AE00DF014539}" destId="{2EE0B6B2-8317-4178-9F76-B2FDDB4963E5}" srcOrd="0" destOrd="0" presId="urn:microsoft.com/office/officeart/2024/layout/BulletTimeline"/>
    <dgm:cxn modelId="{CDF2BBFC-B75A-4159-9B9E-A446A1C977F8}" type="presOf" srcId="{29B5FF4B-BF14-4915-986A-37B649B406E6}" destId="{E6A1C15B-7DFC-4651-BEFA-08BBFAE599B7}" srcOrd="0" destOrd="0" presId="urn:microsoft.com/office/officeart/2024/layout/BulletTimeline"/>
    <dgm:cxn modelId="{82D89EFE-C6AB-4397-B93D-CF1468BA56E6}" type="presOf" srcId="{42CCE3B4-4DB7-48C2-A986-8C58D47E9D2B}" destId="{5082783C-2E8B-46D4-9FBA-6C374EB4611C}" srcOrd="0" destOrd="0" presId="urn:microsoft.com/office/officeart/2024/layout/BulletTimeline"/>
    <dgm:cxn modelId="{64EB50C9-08EB-4031-98DD-ABA038495D90}" type="presParOf" srcId="{1D27ED6E-8DBD-480F-93C9-794E97031F65}" destId="{9B021ED1-31EF-474E-B175-BAC889445504}" srcOrd="0" destOrd="0" presId="urn:microsoft.com/office/officeart/2024/layout/BulletTimeline"/>
    <dgm:cxn modelId="{4ACE178B-0735-4114-A8A6-EE296E5F5A47}" type="presParOf" srcId="{9B021ED1-31EF-474E-B175-BAC889445504}" destId="{E64DD07E-87C8-4CAD-9D63-C289FB698A40}" srcOrd="0" destOrd="0" presId="urn:microsoft.com/office/officeart/2024/layout/BulletTimeline"/>
    <dgm:cxn modelId="{E67FACA9-ECF1-4097-A8EA-CD1F3B1C4A74}" type="presParOf" srcId="{9B021ED1-31EF-474E-B175-BAC889445504}" destId="{99B2EBC7-1C54-4680-A18D-6572D79358BE}" srcOrd="1" destOrd="0" presId="urn:microsoft.com/office/officeart/2024/layout/BulletTimeline"/>
    <dgm:cxn modelId="{063D4801-7A8F-4219-B4B4-6C2EEFD38BEB}" type="presParOf" srcId="{1D27ED6E-8DBD-480F-93C9-794E97031F65}" destId="{86FEF44E-93B5-499B-A80E-0797D48CD110}" srcOrd="1" destOrd="0" presId="urn:microsoft.com/office/officeart/2024/layout/BulletTimeline"/>
    <dgm:cxn modelId="{AC2FA29C-07EB-4907-90A4-9C24A495FCC5}" type="presParOf" srcId="{86FEF44E-93B5-499B-A80E-0797D48CD110}" destId="{E374CEBD-36E3-43F2-BF8A-37AD0D3E45CE}" srcOrd="0" destOrd="0" presId="urn:microsoft.com/office/officeart/2024/layout/BulletTimeline"/>
    <dgm:cxn modelId="{F326034F-848A-4796-A89B-BB7A2B85ABC9}" type="presParOf" srcId="{E374CEBD-36E3-43F2-BF8A-37AD0D3E45CE}" destId="{6C39100F-EC5D-4BD3-8EDA-35E53730B49E}" srcOrd="0" destOrd="0" presId="urn:microsoft.com/office/officeart/2024/layout/BulletTimeline"/>
    <dgm:cxn modelId="{E789B293-832A-45A9-B0C5-94B842070C66}" type="presParOf" srcId="{6C39100F-EC5D-4BD3-8EDA-35E53730B49E}" destId="{7C177E42-2F6B-4BEA-9A24-DECBC638344C}" srcOrd="0" destOrd="0" presId="urn:microsoft.com/office/officeart/2024/layout/BulletTimeline"/>
    <dgm:cxn modelId="{A898D43A-532C-40EC-BBDA-D81E289C512A}" type="presParOf" srcId="{6C39100F-EC5D-4BD3-8EDA-35E53730B49E}" destId="{2CFC25A3-CFE3-4226-98FB-EC6AF8DA83C8}" srcOrd="1" destOrd="0" presId="urn:microsoft.com/office/officeart/2024/layout/BulletTimeline"/>
    <dgm:cxn modelId="{E7561D9B-17EB-4C39-9C9E-A38CEDAF2439}" type="presParOf" srcId="{E374CEBD-36E3-43F2-BF8A-37AD0D3E45CE}" destId="{2EE0B6B2-8317-4178-9F76-B2FDDB4963E5}" srcOrd="1" destOrd="0" presId="urn:microsoft.com/office/officeart/2024/layout/BulletTimeline"/>
    <dgm:cxn modelId="{96F2CB54-B915-43B4-95D0-A91D8F49F1A8}" type="presParOf" srcId="{E374CEBD-36E3-43F2-BF8A-37AD0D3E45CE}" destId="{5082783C-2E8B-46D4-9FBA-6C374EB4611C}" srcOrd="2" destOrd="0" presId="urn:microsoft.com/office/officeart/2024/layout/BulletTimeline"/>
    <dgm:cxn modelId="{E8BE3ACA-9285-47CC-A727-B7910A212866}" type="presParOf" srcId="{E374CEBD-36E3-43F2-BF8A-37AD0D3E45CE}" destId="{D65D27C4-CA18-4ED0-B71A-9291ECE95CE8}" srcOrd="3" destOrd="0" presId="urn:microsoft.com/office/officeart/2024/layout/BulletTimeline"/>
    <dgm:cxn modelId="{AF4500FF-BB6C-4F9D-B802-A0843387FCEA}" type="presParOf" srcId="{E374CEBD-36E3-43F2-BF8A-37AD0D3E45CE}" destId="{E51BC2DE-1F09-434F-9429-2F32994144DB}" srcOrd="4" destOrd="0" presId="urn:microsoft.com/office/officeart/2024/layout/BulletTimeline"/>
    <dgm:cxn modelId="{24956D68-E82B-426B-91EB-1C4A1E379573}" type="presParOf" srcId="{E51BC2DE-1F09-434F-9429-2F32994144DB}" destId="{86A5CD5C-BB51-4B10-BF0E-95025807BCDF}" srcOrd="0" destOrd="0" presId="urn:microsoft.com/office/officeart/2024/layout/BulletTimeline"/>
    <dgm:cxn modelId="{83562210-5CFB-4219-8C48-04F8B9413A40}" type="presParOf" srcId="{E374CEBD-36E3-43F2-BF8A-37AD0D3E45CE}" destId="{70AF2782-AF3A-4796-92ED-1D6E07F7CBFD}" srcOrd="5" destOrd="0" presId="urn:microsoft.com/office/officeart/2024/layout/BulletTimeline"/>
    <dgm:cxn modelId="{89AC1241-E3B3-4C4B-9A3A-38E6141F8304}" type="presParOf" srcId="{86FEF44E-93B5-499B-A80E-0797D48CD110}" destId="{3203020E-EA66-469E-995B-CAD7C2A899C0}" srcOrd="1" destOrd="0" presId="urn:microsoft.com/office/officeart/2024/layout/BulletTimeline"/>
    <dgm:cxn modelId="{569C63D3-5F42-48E7-81F0-BAFB539818C0}" type="presParOf" srcId="{86FEF44E-93B5-499B-A80E-0797D48CD110}" destId="{96FF82A4-11F2-42C9-8A1D-14E96795684B}" srcOrd="2" destOrd="0" presId="urn:microsoft.com/office/officeart/2024/layout/BulletTimeline"/>
    <dgm:cxn modelId="{59484055-8959-4331-A8E0-40FD677DACC6}" type="presParOf" srcId="{96FF82A4-11F2-42C9-8A1D-14E96795684B}" destId="{7AFA12F1-B3EE-4870-B19A-771C3B46CEE6}" srcOrd="0" destOrd="0" presId="urn:microsoft.com/office/officeart/2024/layout/BulletTimeline"/>
    <dgm:cxn modelId="{98DFB878-4BA0-41EF-B708-D60B68C8D76E}" type="presParOf" srcId="{7AFA12F1-B3EE-4870-B19A-771C3B46CEE6}" destId="{84E00D35-2447-4EFE-81B1-8700C26CCAD5}" srcOrd="0" destOrd="0" presId="urn:microsoft.com/office/officeart/2024/layout/BulletTimeline"/>
    <dgm:cxn modelId="{C29A98B6-6EFC-455E-9FCE-FCD322AD577B}" type="presParOf" srcId="{7AFA12F1-B3EE-4870-B19A-771C3B46CEE6}" destId="{8BF9B2E0-BA1E-4CEC-90E7-7FD136932AD0}" srcOrd="1" destOrd="0" presId="urn:microsoft.com/office/officeart/2024/layout/BulletTimeline"/>
    <dgm:cxn modelId="{C0A09F2F-DED1-4DE1-BC97-44CA7D29BAAC}" type="presParOf" srcId="{96FF82A4-11F2-42C9-8A1D-14E96795684B}" destId="{E6A1C15B-7DFC-4651-BEFA-08BBFAE599B7}" srcOrd="1" destOrd="0" presId="urn:microsoft.com/office/officeart/2024/layout/BulletTimeline"/>
    <dgm:cxn modelId="{D9965D57-AA4B-46BF-B715-2AB00EC6A1B4}" type="presParOf" srcId="{96FF82A4-11F2-42C9-8A1D-14E96795684B}" destId="{8575D61F-049B-45A0-A77C-E0D06E625F69}" srcOrd="2" destOrd="0" presId="urn:microsoft.com/office/officeart/2024/layout/BulletTimeline"/>
    <dgm:cxn modelId="{8025A8A9-7867-4113-B695-15E775A383C1}" type="presParOf" srcId="{96FF82A4-11F2-42C9-8A1D-14E96795684B}" destId="{695D9951-0267-4A84-90DF-20F571C3B175}" srcOrd="3" destOrd="0" presId="urn:microsoft.com/office/officeart/2024/layout/BulletTimeline"/>
    <dgm:cxn modelId="{9C470D3B-0CE3-4D6D-A276-1923C5B6D23B}" type="presParOf" srcId="{96FF82A4-11F2-42C9-8A1D-14E96795684B}" destId="{3E46996E-B546-4DED-8C42-152126ED9B53}" srcOrd="4" destOrd="0" presId="urn:microsoft.com/office/officeart/2024/layout/BulletTimeline"/>
    <dgm:cxn modelId="{2EFEC96F-3C3E-4264-BD94-C60092DE4DD0}" type="presParOf" srcId="{3E46996E-B546-4DED-8C42-152126ED9B53}" destId="{6FCBFC94-99C5-4BC9-87C7-8C09DE865A06}" srcOrd="0" destOrd="0" presId="urn:microsoft.com/office/officeart/2024/layout/BulletTimeline"/>
    <dgm:cxn modelId="{5EE0E3A1-0078-471D-B726-D9DA2272DE8E}" type="presParOf" srcId="{96FF82A4-11F2-42C9-8A1D-14E96795684B}" destId="{08C3EA47-AA68-45C2-9934-0B9D4992131C}" srcOrd="5" destOrd="0" presId="urn:microsoft.com/office/officeart/2024/layout/BulletTimeline"/>
    <dgm:cxn modelId="{B9306C28-541C-4C5C-841E-E863E60417B8}" type="presParOf" srcId="{86FEF44E-93B5-499B-A80E-0797D48CD110}" destId="{07E1CF01-D656-4A5F-9B0C-10F690CE87B8}" srcOrd="3" destOrd="0" presId="urn:microsoft.com/office/officeart/2024/layout/BulletTimeline"/>
    <dgm:cxn modelId="{A31A9A42-6472-451D-B135-F268712666A8}" type="presParOf" srcId="{86FEF44E-93B5-499B-A80E-0797D48CD110}" destId="{62F910FF-5C2F-45EE-A259-E4F6B374DB0E}" srcOrd="4" destOrd="0" presId="urn:microsoft.com/office/officeart/2024/layout/BulletTimeline"/>
    <dgm:cxn modelId="{8C8AEA3D-76D1-43D3-94D7-68B5F0BBABD1}" type="presParOf" srcId="{62F910FF-5C2F-45EE-A259-E4F6B374DB0E}" destId="{8A356719-B70F-45A7-A447-4D96D4110E17}" srcOrd="0" destOrd="0" presId="urn:microsoft.com/office/officeart/2024/layout/BulletTimeline"/>
    <dgm:cxn modelId="{E1AD9151-29E3-42BC-90DD-FC6C07CB2F37}" type="presParOf" srcId="{8A356719-B70F-45A7-A447-4D96D4110E17}" destId="{48AC6BC2-EC47-4E5F-B575-8868A6F04BB0}" srcOrd="0" destOrd="0" presId="urn:microsoft.com/office/officeart/2024/layout/BulletTimeline"/>
    <dgm:cxn modelId="{EFE14139-7D4F-4412-AAFD-48FBB021004B}" type="presParOf" srcId="{8A356719-B70F-45A7-A447-4D96D4110E17}" destId="{8CE31A02-3EE8-433E-BA90-97AA9C0B8805}" srcOrd="1" destOrd="0" presId="urn:microsoft.com/office/officeart/2024/layout/BulletTimeline"/>
    <dgm:cxn modelId="{2FD5EC50-430B-4B26-8662-91165E917655}" type="presParOf" srcId="{62F910FF-5C2F-45EE-A259-E4F6B374DB0E}" destId="{270C0D7D-D748-4E89-9E8C-16570386FA2D}" srcOrd="1" destOrd="0" presId="urn:microsoft.com/office/officeart/2024/layout/BulletTimeline"/>
    <dgm:cxn modelId="{08E4C098-AD66-4677-BC77-83CFCB793247}" type="presParOf" srcId="{62F910FF-5C2F-45EE-A259-E4F6B374DB0E}" destId="{04FB10BC-DF34-446A-AFA4-0661B90ECC9F}" srcOrd="2" destOrd="0" presId="urn:microsoft.com/office/officeart/2024/layout/BulletTimeline"/>
    <dgm:cxn modelId="{84037C58-F528-4561-93B7-26F8E08B5A32}" type="presParOf" srcId="{62F910FF-5C2F-45EE-A259-E4F6B374DB0E}" destId="{92B6F272-37B1-4E9D-9CD7-24399BF94C75}" srcOrd="3" destOrd="0" presId="urn:microsoft.com/office/officeart/2024/layout/BulletTimeline"/>
    <dgm:cxn modelId="{F84B65A3-5812-4957-9C5D-C1AB7DCBB3E2}" type="presParOf" srcId="{62F910FF-5C2F-45EE-A259-E4F6B374DB0E}" destId="{2810B344-35FA-467B-9585-9AD88FD95526}" srcOrd="4" destOrd="0" presId="urn:microsoft.com/office/officeart/2024/layout/BulletTimeline"/>
    <dgm:cxn modelId="{A92B0E99-8A5F-4D10-8D3E-14E3AEA67D26}" type="presParOf" srcId="{2810B344-35FA-467B-9585-9AD88FD95526}" destId="{CE0361E0-FF96-4812-85DC-26ECED0A5005}" srcOrd="0" destOrd="0" presId="urn:microsoft.com/office/officeart/2024/layout/BulletTimeline"/>
    <dgm:cxn modelId="{D7DA7E56-EA00-495A-889A-1FA8D0B96973}" type="presParOf" srcId="{62F910FF-5C2F-45EE-A259-E4F6B374DB0E}" destId="{AFFCC688-C33E-4D54-A3B6-CD945E8B5BBB}" srcOrd="5" destOrd="0" presId="urn:microsoft.com/office/officeart/2024/layout/BulletTimeline"/>
    <dgm:cxn modelId="{470E752E-FCAC-45FF-8B5A-C62CFDC4DE00}" type="presParOf" srcId="{86FEF44E-93B5-499B-A80E-0797D48CD110}" destId="{FB3AF745-4F84-466A-AE0E-BBDFB513A593}" srcOrd="5" destOrd="0" presId="urn:microsoft.com/office/officeart/2024/layout/BulletTimeline"/>
    <dgm:cxn modelId="{2CFC77F8-6947-4E11-B715-A4E968469E92}" type="presParOf" srcId="{86FEF44E-93B5-499B-A80E-0797D48CD110}" destId="{8AA1E8F9-55CF-4137-B72A-8A370B103F2D}" srcOrd="6" destOrd="0" presId="urn:microsoft.com/office/officeart/2024/layout/BulletTimeline"/>
    <dgm:cxn modelId="{02A29E16-557B-4611-82F5-468B2F249498}" type="presParOf" srcId="{8AA1E8F9-55CF-4137-B72A-8A370B103F2D}" destId="{B7690EB8-88C3-48C7-9D60-33CB13DFF785}" srcOrd="0" destOrd="0" presId="urn:microsoft.com/office/officeart/2024/layout/BulletTimeline"/>
    <dgm:cxn modelId="{038D0D20-E4EE-499A-929E-4ADDC7709F90}" type="presParOf" srcId="{B7690EB8-88C3-48C7-9D60-33CB13DFF785}" destId="{55AE23F3-24F0-483D-881D-788AFE2B4083}" srcOrd="0" destOrd="0" presId="urn:microsoft.com/office/officeart/2024/layout/BulletTimeline"/>
    <dgm:cxn modelId="{BC511EA1-B889-4D93-BA4D-E658858825AD}" type="presParOf" srcId="{B7690EB8-88C3-48C7-9D60-33CB13DFF785}" destId="{B23BAFB1-C390-48EA-B1E4-9F623402E199}" srcOrd="1" destOrd="0" presId="urn:microsoft.com/office/officeart/2024/layout/BulletTimeline"/>
    <dgm:cxn modelId="{8363FE81-D3C2-48E5-9FFA-F1BAA77EF1CF}" type="presParOf" srcId="{8AA1E8F9-55CF-4137-B72A-8A370B103F2D}" destId="{3803A901-B1B1-4142-AE02-E295200377B7}" srcOrd="1" destOrd="0" presId="urn:microsoft.com/office/officeart/2024/layout/BulletTimeline"/>
    <dgm:cxn modelId="{EDDDC9F2-9D6D-4E1A-B68D-556F232533F7}" type="presParOf" srcId="{8AA1E8F9-55CF-4137-B72A-8A370B103F2D}" destId="{892C2124-3288-40AC-BBD5-A36979E9290F}" srcOrd="2" destOrd="0" presId="urn:microsoft.com/office/officeart/2024/layout/BulletTimeline"/>
    <dgm:cxn modelId="{4B5771EC-F9F6-4A40-87E7-B2C9C34D5907}" type="presParOf" srcId="{8AA1E8F9-55CF-4137-B72A-8A370B103F2D}" destId="{3D4C3C7F-5C81-414D-8E67-51CE117E9BF7}" srcOrd="3" destOrd="0" presId="urn:microsoft.com/office/officeart/2024/layout/BulletTimeline"/>
    <dgm:cxn modelId="{BAE0A8CE-E262-4906-BD2D-C565FDA1E7B1}" type="presParOf" srcId="{8AA1E8F9-55CF-4137-B72A-8A370B103F2D}" destId="{9E839A8F-CB45-42BB-BA0A-54BDA9DF865A}" srcOrd="4" destOrd="0" presId="urn:microsoft.com/office/officeart/2024/layout/BulletTimeline"/>
    <dgm:cxn modelId="{2D0A45CC-E8F1-4D80-AB18-8CFF68B80B69}" type="presParOf" srcId="{9E839A8F-CB45-42BB-BA0A-54BDA9DF865A}" destId="{515A4B90-70CB-4DBF-B544-7922BAA1FCDF}" srcOrd="0" destOrd="0" presId="urn:microsoft.com/office/officeart/2024/layout/BulletTimeline"/>
    <dgm:cxn modelId="{C233DC12-E900-4B3F-B6E2-0C7ACEEB3E4C}" type="presParOf" srcId="{8AA1E8F9-55CF-4137-B72A-8A370B103F2D}" destId="{16749813-43BB-4198-8C31-C695E9796E1B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DD07E-87C8-4CAD-9D63-C289FB698A40}">
      <dsp:nvSpPr>
        <dsp:cNvPr id="0" name=""/>
        <dsp:cNvSpPr/>
      </dsp:nvSpPr>
      <dsp:spPr>
        <a:xfrm>
          <a:off x="0" y="1991248"/>
          <a:ext cx="10018166" cy="40227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2EBC7-1C54-4680-A18D-6572D79358BE}">
      <dsp:nvSpPr>
        <dsp:cNvPr id="0" name=""/>
        <dsp:cNvSpPr/>
      </dsp:nvSpPr>
      <dsp:spPr>
        <a:xfrm>
          <a:off x="9817036" y="1850453"/>
          <a:ext cx="241363" cy="321818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0B6B2-8317-4178-9F76-B2FDDB4963E5}">
      <dsp:nvSpPr>
        <dsp:cNvPr id="0" name=""/>
        <dsp:cNvSpPr/>
      </dsp:nvSpPr>
      <dsp:spPr>
        <a:xfrm>
          <a:off x="516136" y="917181"/>
          <a:ext cx="3338573" cy="93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kern="1200">
              <a:effectLst/>
            </a:rPr>
            <a:t>a. </a:t>
          </a:r>
          <a:r>
            <a:rPr lang="en-IN" sz="900" b="1" kern="1200" err="1">
              <a:effectLst/>
            </a:rPr>
            <a:t>OurID</a:t>
          </a:r>
          <a:r>
            <a:rPr lang="en-IN" sz="900" kern="1200">
              <a:effectLst/>
            </a:rPr>
            <a:t> fetched from existing SQL Server DB using Federated queries</a:t>
          </a:r>
          <a:endParaRPr lang="en-IN" sz="900" kern="120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>
              <a:effectLst/>
            </a:rPr>
            <a:t>b. Loaded into Lake DB with </a:t>
          </a:r>
          <a:r>
            <a:rPr lang="en-IN" sz="900" kern="1200" err="1">
              <a:effectLst/>
            </a:rPr>
            <a:t>OurID</a:t>
          </a:r>
          <a:r>
            <a:rPr lang="en-IN" sz="900" kern="1200">
              <a:effectLst/>
            </a:rPr>
            <a:t> for members in Identity Table</a:t>
          </a:r>
          <a:endParaRPr lang="en-IN" sz="900" kern="1200"/>
        </a:p>
      </dsp:txBody>
      <dsp:txXfrm>
        <a:off x="516136" y="917181"/>
        <a:ext cx="3338573" cy="933272"/>
      </dsp:txXfrm>
    </dsp:sp>
    <dsp:sp modelId="{5082783C-2E8B-46D4-9FBA-6C374EB4611C}">
      <dsp:nvSpPr>
        <dsp:cNvPr id="0" name=""/>
        <dsp:cNvSpPr/>
      </dsp:nvSpPr>
      <dsp:spPr>
        <a:xfrm>
          <a:off x="516136" y="434454"/>
          <a:ext cx="3338573" cy="48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200" b="1" kern="1200">
              <a:effectLst/>
            </a:rPr>
            <a:t>1. Historical Load (One-time)</a:t>
          </a:r>
          <a:endParaRPr lang="en-IN" sz="1200" kern="1200"/>
        </a:p>
      </dsp:txBody>
      <dsp:txXfrm>
        <a:off x="516136" y="434454"/>
        <a:ext cx="3338573" cy="482727"/>
      </dsp:txXfrm>
    </dsp:sp>
    <dsp:sp modelId="{D65D27C4-CA18-4ED0-B71A-9291ECE95CE8}">
      <dsp:nvSpPr>
        <dsp:cNvPr id="0" name=""/>
        <dsp:cNvSpPr/>
      </dsp:nvSpPr>
      <dsp:spPr>
        <a:xfrm>
          <a:off x="242591" y="402272"/>
          <a:ext cx="32181" cy="160909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1C15B-7DFC-4651-BEFA-08BBFAE599B7}">
      <dsp:nvSpPr>
        <dsp:cNvPr id="0" name=""/>
        <dsp:cNvSpPr/>
      </dsp:nvSpPr>
      <dsp:spPr>
        <a:xfrm>
          <a:off x="2527325" y="2831998"/>
          <a:ext cx="3338573" cy="75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>
              <a:effectLst/>
            </a:rPr>
            <a:t>a. </a:t>
          </a:r>
          <a:r>
            <a:rPr lang="en-IN" sz="900" kern="1200" err="1">
              <a:effectLst/>
            </a:rPr>
            <a:t>OurId’s</a:t>
          </a:r>
          <a:r>
            <a:rPr lang="en-IN" sz="900" kern="1200">
              <a:effectLst/>
            </a:rPr>
            <a:t> still generated in SQL Server</a:t>
          </a:r>
          <a:endParaRPr lang="en-IN" sz="900" kern="120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>
              <a:effectLst/>
            </a:rPr>
            <a:t>b. Once Jobs complete in </a:t>
          </a:r>
          <a:r>
            <a:rPr lang="en-IN" sz="900" kern="1200" err="1">
              <a:effectLst/>
            </a:rPr>
            <a:t>CinqDB</a:t>
          </a:r>
          <a:r>
            <a:rPr lang="en-IN" sz="900" kern="1200">
              <a:effectLst/>
            </a:rPr>
            <a:t> → keys synced into Lake DB</a:t>
          </a:r>
          <a:endParaRPr lang="en-IN" sz="900" kern="1200"/>
        </a:p>
      </dsp:txBody>
      <dsp:txXfrm>
        <a:off x="2527325" y="2831998"/>
        <a:ext cx="3338573" cy="756272"/>
      </dsp:txXfrm>
    </dsp:sp>
    <dsp:sp modelId="{8575D61F-049B-45A0-A77C-E0D06E625F69}">
      <dsp:nvSpPr>
        <dsp:cNvPr id="0" name=""/>
        <dsp:cNvSpPr/>
      </dsp:nvSpPr>
      <dsp:spPr>
        <a:xfrm>
          <a:off x="2527325" y="2333180"/>
          <a:ext cx="3338573" cy="498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200" b="1" kern="1200">
              <a:effectLst/>
            </a:rPr>
            <a:t>2. Parallel Loads (Interim Phase)</a:t>
          </a:r>
          <a:endParaRPr lang="en-IN" sz="1200" kern="1200"/>
        </a:p>
      </dsp:txBody>
      <dsp:txXfrm>
        <a:off x="2527325" y="2333180"/>
        <a:ext cx="3338573" cy="498817"/>
      </dsp:txXfrm>
    </dsp:sp>
    <dsp:sp modelId="{695D9951-0267-4A84-90DF-20F571C3B175}">
      <dsp:nvSpPr>
        <dsp:cNvPr id="0" name=""/>
        <dsp:cNvSpPr/>
      </dsp:nvSpPr>
      <dsp:spPr>
        <a:xfrm>
          <a:off x="2253780" y="2011362"/>
          <a:ext cx="32181" cy="160909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5CD5C-BB51-4B10-BF0E-95025807BCDF}">
      <dsp:nvSpPr>
        <dsp:cNvPr id="0" name=""/>
        <dsp:cNvSpPr/>
      </dsp:nvSpPr>
      <dsp:spPr>
        <a:xfrm>
          <a:off x="175009" y="1927689"/>
          <a:ext cx="167345" cy="167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BFC94-99C5-4BC9-87C7-8C09DE865A06}">
      <dsp:nvSpPr>
        <dsp:cNvPr id="0" name=""/>
        <dsp:cNvSpPr/>
      </dsp:nvSpPr>
      <dsp:spPr>
        <a:xfrm>
          <a:off x="2186198" y="1927689"/>
          <a:ext cx="167345" cy="167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C0D7D-D748-4E89-9E8C-16570386FA2D}">
      <dsp:nvSpPr>
        <dsp:cNvPr id="0" name=""/>
        <dsp:cNvSpPr/>
      </dsp:nvSpPr>
      <dsp:spPr>
        <a:xfrm>
          <a:off x="4538514" y="917181"/>
          <a:ext cx="3338573" cy="933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>
              <a:effectLst/>
            </a:rPr>
            <a:t>a. Once SQL Server pipeline stops for a source (Fidelis) in CINQDB</a:t>
          </a:r>
          <a:endParaRPr lang="en-IN" sz="900" kern="120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b. Lake will check </a:t>
          </a:r>
          <a:r>
            <a:rPr lang="en-IN" sz="900" kern="1200" err="1"/>
            <a:t>OurId</a:t>
          </a:r>
          <a:r>
            <a:rPr lang="en-IN" sz="900" kern="1200"/>
            <a:t> for the </a:t>
          </a:r>
          <a:r>
            <a:rPr lang="en-IN" sz="900" kern="1200" err="1"/>
            <a:t>LinkId</a:t>
          </a:r>
          <a:r>
            <a:rPr lang="en-IN" sz="900" kern="1200"/>
            <a:t> received in existing CINQDB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>
              <a:effectLst/>
            </a:rPr>
            <a:t>c. If not found, Lake calls federated query to fetch sequence numbers for new members</a:t>
          </a:r>
          <a:endParaRPr lang="en-IN" sz="900" kern="1200"/>
        </a:p>
      </dsp:txBody>
      <dsp:txXfrm>
        <a:off x="4538514" y="917181"/>
        <a:ext cx="3338573" cy="933272"/>
      </dsp:txXfrm>
    </dsp:sp>
    <dsp:sp modelId="{04FB10BC-DF34-446A-AFA4-0661B90ECC9F}">
      <dsp:nvSpPr>
        <dsp:cNvPr id="0" name=""/>
        <dsp:cNvSpPr/>
      </dsp:nvSpPr>
      <dsp:spPr>
        <a:xfrm>
          <a:off x="4538514" y="434454"/>
          <a:ext cx="3338573" cy="48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200" b="1" kern="1200">
              <a:effectLst/>
            </a:rPr>
            <a:t>3. </a:t>
          </a:r>
          <a:r>
            <a:rPr lang="en-IN" sz="1200" b="1" kern="1200">
              <a:effectLst/>
              <a:latin typeface="Calibri Light" panose="020F0302020204030204"/>
            </a:rPr>
            <a:t>Decommission</a:t>
          </a:r>
          <a:r>
            <a:rPr lang="en-IN" sz="1200" kern="1200">
              <a:latin typeface="Calibri Light" panose="020F0302020204030204"/>
            </a:rPr>
            <a:t> from CINQDB</a:t>
          </a:r>
          <a:endParaRPr lang="en-IN" sz="1200" kern="1200"/>
        </a:p>
      </dsp:txBody>
      <dsp:txXfrm>
        <a:off x="4538514" y="434454"/>
        <a:ext cx="3338573" cy="482727"/>
      </dsp:txXfrm>
    </dsp:sp>
    <dsp:sp modelId="{92B6F272-37B1-4E9D-9CD7-24399BF94C75}">
      <dsp:nvSpPr>
        <dsp:cNvPr id="0" name=""/>
        <dsp:cNvSpPr/>
      </dsp:nvSpPr>
      <dsp:spPr>
        <a:xfrm>
          <a:off x="4264969" y="402272"/>
          <a:ext cx="32181" cy="160909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3A901-B1B1-4142-AE02-E295200377B7}">
      <dsp:nvSpPr>
        <dsp:cNvPr id="0" name=""/>
        <dsp:cNvSpPr/>
      </dsp:nvSpPr>
      <dsp:spPr>
        <a:xfrm>
          <a:off x="6549703" y="2831998"/>
          <a:ext cx="3338573" cy="75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>
              <a:effectLst/>
            </a:rPr>
            <a:t>a. All sources migrated</a:t>
          </a:r>
          <a:endParaRPr lang="en-IN" sz="900" kern="120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0" kern="1200">
              <a:effectLst/>
            </a:rPr>
            <a:t>b. </a:t>
          </a:r>
          <a:r>
            <a:rPr lang="en-IN" sz="900" b="1" kern="1200" err="1">
              <a:effectLst/>
            </a:rPr>
            <a:t>OurId</a:t>
          </a:r>
          <a:r>
            <a:rPr lang="en-IN" sz="900" kern="1200">
              <a:effectLst/>
            </a:rPr>
            <a:t> generation fully handled within Lake</a:t>
          </a:r>
          <a:endParaRPr lang="en-IN" sz="900" kern="1200"/>
        </a:p>
      </dsp:txBody>
      <dsp:txXfrm>
        <a:off x="6549703" y="2831998"/>
        <a:ext cx="3338573" cy="756272"/>
      </dsp:txXfrm>
    </dsp:sp>
    <dsp:sp modelId="{892C2124-3288-40AC-BBD5-A36979E9290F}">
      <dsp:nvSpPr>
        <dsp:cNvPr id="0" name=""/>
        <dsp:cNvSpPr/>
      </dsp:nvSpPr>
      <dsp:spPr>
        <a:xfrm>
          <a:off x="6549703" y="2333180"/>
          <a:ext cx="3338573" cy="498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200" b="1" kern="1200">
              <a:effectLst/>
            </a:rPr>
            <a:t>4. Full Migration (Final Phase)</a:t>
          </a:r>
          <a:endParaRPr lang="en-IN" sz="1200" kern="1200"/>
        </a:p>
      </dsp:txBody>
      <dsp:txXfrm>
        <a:off x="6549703" y="2333180"/>
        <a:ext cx="3338573" cy="498817"/>
      </dsp:txXfrm>
    </dsp:sp>
    <dsp:sp modelId="{3D4C3C7F-5C81-414D-8E67-51CE117E9BF7}">
      <dsp:nvSpPr>
        <dsp:cNvPr id="0" name=""/>
        <dsp:cNvSpPr/>
      </dsp:nvSpPr>
      <dsp:spPr>
        <a:xfrm>
          <a:off x="6276157" y="2011362"/>
          <a:ext cx="32181" cy="160909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361E0-FF96-4812-85DC-26ECED0A5005}">
      <dsp:nvSpPr>
        <dsp:cNvPr id="0" name=""/>
        <dsp:cNvSpPr/>
      </dsp:nvSpPr>
      <dsp:spPr>
        <a:xfrm>
          <a:off x="4197387" y="1927689"/>
          <a:ext cx="167345" cy="167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A4B90-70CB-4DBF-B544-7922BAA1FCDF}">
      <dsp:nvSpPr>
        <dsp:cNvPr id="0" name=""/>
        <dsp:cNvSpPr/>
      </dsp:nvSpPr>
      <dsp:spPr>
        <a:xfrm>
          <a:off x="6208576" y="1927689"/>
          <a:ext cx="167345" cy="167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66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191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17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0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5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0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23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68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74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39DD520-0D70-4752-A84F-EA84905CFED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E03F98C-9878-44F1-A7E7-492AE96F8BB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1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BC3D-E49A-C9E3-B6BD-81A401770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/>
              <a:t>CINQ Silver ODS (Enrollment)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4A2C6-0ADB-AC69-7064-C24B93828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/>
              <a:t>“OurId”</a:t>
            </a:r>
            <a:r>
              <a:rPr lang="en-IN"/>
              <a:t> Strategy During Transition</a:t>
            </a:r>
          </a:p>
        </p:txBody>
      </p:sp>
    </p:spTree>
    <p:extLst>
      <p:ext uri="{BB962C8B-B14F-4D97-AF65-F5344CB8AC3E}">
        <p14:creationId xmlns:p14="http://schemas.microsoft.com/office/powerpoint/2010/main" val="375594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68B1-2B21-1DD5-CEE3-2104ECBA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Current State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AF52-6977-CFDE-9E8F-372514D12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>
                <a:effectLst/>
              </a:rPr>
              <a:t>OurID</a:t>
            </a:r>
            <a:r>
              <a:rPr lang="en-IN">
                <a:effectLst/>
              </a:rPr>
              <a:t> generated via SQL Server sequence</a:t>
            </a:r>
            <a:endParaRPr lang="en-IN"/>
          </a:p>
          <a:p>
            <a:r>
              <a:rPr lang="en-IN" b="1">
                <a:effectLst/>
              </a:rPr>
              <a:t>Challenge</a:t>
            </a:r>
            <a:r>
              <a:rPr lang="en-IN">
                <a:effectLst/>
              </a:rPr>
              <a:t>: </a:t>
            </a:r>
            <a:r>
              <a:rPr lang="en-IN">
                <a:effectLst/>
                <a:highlight>
                  <a:srgbClr val="FFFF00"/>
                </a:highlight>
              </a:rPr>
              <a:t>OurId</a:t>
            </a:r>
            <a:r>
              <a:rPr lang="en-IN">
                <a:effectLst/>
              </a:rPr>
              <a:t> cannot be fully moved until all sources are migrated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1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98C4-8F11-307B-7CA1-2BBECDDC5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Migration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1FC3-33A2-63A6-FE08-3C52486A7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r>
              <a:rPr lang="en-IN" dirty="0">
                <a:effectLst/>
              </a:rPr>
              <a:t>Need consistent </a:t>
            </a:r>
            <a:r>
              <a:rPr lang="en-IN" b="1" dirty="0" err="1">
                <a:effectLst/>
              </a:rPr>
              <a:t>OurId</a:t>
            </a:r>
            <a:r>
              <a:rPr lang="en-IN" dirty="0">
                <a:effectLst/>
              </a:rPr>
              <a:t> generation across historical, parallel, and new loads</a:t>
            </a:r>
            <a:endParaRPr lang="en-IN" dirty="0"/>
          </a:p>
          <a:p>
            <a:r>
              <a:rPr lang="en-IN" b="1" dirty="0">
                <a:effectLst/>
              </a:rPr>
              <a:t>Risk</a:t>
            </a:r>
            <a:r>
              <a:rPr lang="en-IN" dirty="0">
                <a:effectLst/>
              </a:rPr>
              <a:t>: Duplicate or misaligned </a:t>
            </a:r>
            <a:r>
              <a:rPr lang="en-IN" dirty="0" err="1">
                <a:effectLst/>
                <a:highlight>
                  <a:srgbClr val="FFFF00"/>
                </a:highlight>
              </a:rPr>
              <a:t>OurId</a:t>
            </a:r>
            <a:r>
              <a:rPr lang="en-IN" dirty="0">
                <a:effectLst/>
              </a:rPr>
              <a:t> if not carefully managed</a:t>
            </a:r>
            <a:r>
              <a:rPr lang="en-IN" dirty="0"/>
              <a:t>, current HIE integrations (ADTS), Downstream</a:t>
            </a:r>
            <a:endParaRPr lang="en-IN" dirty="0" err="1">
              <a:ea typeface="Calibri"/>
              <a:cs typeface="Calibri"/>
            </a:endParaRPr>
          </a:p>
          <a:p>
            <a:r>
              <a:rPr lang="en-IN" b="1">
                <a:effectLst/>
              </a:rPr>
              <a:t>Goal</a:t>
            </a:r>
            <a:r>
              <a:rPr lang="en-IN">
                <a:effectLst/>
              </a:rPr>
              <a:t>: Seamless transition without breaking referential integrity</a:t>
            </a:r>
          </a:p>
          <a:p>
            <a:endParaRPr lang="en-IN"/>
          </a:p>
          <a:p>
            <a:endParaRPr lang="en-IN" sz="1800">
              <a:solidFill>
                <a:schemeClr val="tx1"/>
              </a:solidFill>
            </a:endParaRPr>
          </a:p>
          <a:p>
            <a:endParaRPr lang="en-IN"/>
          </a:p>
          <a:p>
            <a:endParaRPr lang="en-IN"/>
          </a:p>
          <a:p>
            <a:endParaRPr lang="en-IN"/>
          </a:p>
          <a:p>
            <a:pPr marL="0" indent="0">
              <a:buNone/>
            </a:pPr>
            <a:r>
              <a:rPr lang="en-IN" b="1">
                <a:highlight>
                  <a:srgbClr val="FFFF00"/>
                </a:highlight>
              </a:rPr>
              <a:t> Note</a:t>
            </a:r>
            <a:r>
              <a:rPr lang="en-IN"/>
              <a:t>: </a:t>
            </a:r>
            <a:r>
              <a:rPr lang="en-US"/>
              <a:t>If we had used UUIDs, the migration would have been simpler.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9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D02A-87A3-77E5-23FC-4AB8D773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Solution [Historical Data]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B0C07-192F-9DDD-59CD-238C906C0114}"/>
              </a:ext>
            </a:extLst>
          </p:cNvPr>
          <p:cNvSpPr/>
          <p:nvPr/>
        </p:nvSpPr>
        <p:spPr>
          <a:xfrm>
            <a:off x="2099310" y="2944368"/>
            <a:ext cx="2286000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>
                <a:solidFill>
                  <a:schemeClr val="tx1"/>
                </a:solidFill>
              </a:rPr>
              <a:t>CinqDataLake [LinkId]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9F407D-22E1-511B-F41C-EB1A22EFBA48}"/>
              </a:ext>
            </a:extLst>
          </p:cNvPr>
          <p:cNvSpPr/>
          <p:nvPr/>
        </p:nvSpPr>
        <p:spPr>
          <a:xfrm>
            <a:off x="7079742" y="2944368"/>
            <a:ext cx="2465834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>
                <a:solidFill>
                  <a:schemeClr val="tx1"/>
                </a:solidFill>
              </a:rPr>
              <a:t>CINQDB [LinkId, OURID]</a:t>
            </a:r>
          </a:p>
        </p:txBody>
      </p:sp>
      <p:pic>
        <p:nvPicPr>
          <p:cNvPr id="9" name="Picture 8" descr="Microsoft SQL server Logo PNG Transparent &amp; SVG Vector ...">
            <a:extLst>
              <a:ext uri="{FF2B5EF4-FFF2-40B4-BE49-F238E27FC236}">
                <a16:creationId xmlns:a16="http://schemas.microsoft.com/office/drawing/2014/main" id="{D90644D2-F709-E8B8-23E1-DAE1E5DAD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28" y="3537374"/>
            <a:ext cx="2198616" cy="1648966"/>
          </a:xfrm>
          <a:prstGeom prst="rect">
            <a:avLst/>
          </a:prstGeom>
        </p:spPr>
      </p:pic>
      <p:pic>
        <p:nvPicPr>
          <p:cNvPr id="10" name="Picture 9" descr="File:Databricks Logo.png - Wikimedia Commons">
            <a:extLst>
              <a:ext uri="{FF2B5EF4-FFF2-40B4-BE49-F238E27FC236}">
                <a16:creationId xmlns:a16="http://schemas.microsoft.com/office/drawing/2014/main" id="{D1C3BDB3-7E35-76B9-5F11-4D6D5AFD9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995" y="3638767"/>
            <a:ext cx="2754630" cy="144618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566ABA-497F-0B91-7784-DC82065C318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385310" y="3186684"/>
            <a:ext cx="26944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40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97DB-5886-B574-416D-4269B41A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Solution (Stepwise)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AB9328-D2B4-81AE-FA5B-3190B3753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88278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800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5AD8-B40E-92C1-3DF7-C5CC555B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Member Identity Resolution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A12226-B73C-40C4-D7D5-6BD8967B9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605383"/>
              </p:ext>
            </p:extLst>
          </p:nvPr>
        </p:nvGraphicFramePr>
        <p:xfrm>
          <a:off x="1097280" y="1834070"/>
          <a:ext cx="8842561" cy="4154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380">
                  <a:extLst>
                    <a:ext uri="{9D8B030D-6E8A-4147-A177-3AD203B41FA5}">
                      <a16:colId xmlns:a16="http://schemas.microsoft.com/office/drawing/2014/main" val="2560295031"/>
                    </a:ext>
                  </a:extLst>
                </a:gridCol>
                <a:gridCol w="1197141">
                  <a:extLst>
                    <a:ext uri="{9D8B030D-6E8A-4147-A177-3AD203B41FA5}">
                      <a16:colId xmlns:a16="http://schemas.microsoft.com/office/drawing/2014/main" val="2307387804"/>
                    </a:ext>
                  </a:extLst>
                </a:gridCol>
                <a:gridCol w="1473760">
                  <a:extLst>
                    <a:ext uri="{9D8B030D-6E8A-4147-A177-3AD203B41FA5}">
                      <a16:colId xmlns:a16="http://schemas.microsoft.com/office/drawing/2014/main" val="932634295"/>
                    </a:ext>
                  </a:extLst>
                </a:gridCol>
                <a:gridCol w="1473760">
                  <a:extLst>
                    <a:ext uri="{9D8B030D-6E8A-4147-A177-3AD203B41FA5}">
                      <a16:colId xmlns:a16="http://schemas.microsoft.com/office/drawing/2014/main" val="3037193195"/>
                    </a:ext>
                  </a:extLst>
                </a:gridCol>
                <a:gridCol w="1473760">
                  <a:extLst>
                    <a:ext uri="{9D8B030D-6E8A-4147-A177-3AD203B41FA5}">
                      <a16:colId xmlns:a16="http://schemas.microsoft.com/office/drawing/2014/main" val="2446867764"/>
                    </a:ext>
                  </a:extLst>
                </a:gridCol>
                <a:gridCol w="1473760">
                  <a:extLst>
                    <a:ext uri="{9D8B030D-6E8A-4147-A177-3AD203B41FA5}">
                      <a16:colId xmlns:a16="http://schemas.microsoft.com/office/drawing/2014/main" val="4077436093"/>
                    </a:ext>
                  </a:extLst>
                </a:gridCol>
              </a:tblGrid>
              <a:tr h="341456">
                <a:tc>
                  <a:txBody>
                    <a:bodyPr/>
                    <a:lstStyle/>
                    <a:p>
                      <a:r>
                        <a:rPr lang="en-IN" sz="1400"/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Partition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286642"/>
                  </a:ext>
                </a:extLst>
              </a:tr>
              <a:tr h="341456">
                <a:tc>
                  <a:txBody>
                    <a:bodyPr/>
                    <a:lstStyle/>
                    <a:p>
                      <a:r>
                        <a:rPr lang="en-IN" sz="1100"/>
                        <a:t>LinkId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456383"/>
                  </a:ext>
                </a:extLst>
              </a:tr>
              <a:tr h="477103">
                <a:tc>
                  <a:txBody>
                    <a:bodyPr/>
                    <a:lstStyle/>
                    <a:p>
                      <a:r>
                        <a:rPr lang="en-IN" sz="1100" err="1"/>
                        <a:t>SourceSystem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Fidelis, ACOREACH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Payor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497116"/>
                  </a:ext>
                </a:extLst>
              </a:tr>
              <a:tr h="477103">
                <a:tc>
                  <a:txBody>
                    <a:bodyPr/>
                    <a:lstStyle/>
                    <a:p>
                      <a:r>
                        <a:rPr lang="en-IN" sz="1100"/>
                        <a:t>OurId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Populated from </a:t>
                      </a:r>
                      <a:r>
                        <a:rPr lang="en-IN" sz="1100" dirty="0" err="1"/>
                        <a:t>CinqDB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90919"/>
                  </a:ext>
                </a:extLst>
              </a:tr>
              <a:tr h="477103">
                <a:tc>
                  <a:txBody>
                    <a:bodyPr/>
                    <a:lstStyle/>
                    <a:p>
                      <a:r>
                        <a:rPr lang="en-IN" sz="1100" err="1"/>
                        <a:t>SourceSystemId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err="1"/>
                        <a:t>FidelisId</a:t>
                      </a:r>
                      <a:r>
                        <a:rPr lang="en-IN" sz="1100"/>
                        <a:t>, MBI_ID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/>
                        <a:t>True</a:t>
                      </a:r>
                      <a:endParaRPr lang="en-IN" sz="11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Source Unique 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24339"/>
                  </a:ext>
                </a:extLst>
              </a:tr>
              <a:tr h="67355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InsuranceId</a:t>
                      </a:r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100"/>
                        <a:t>True</a:t>
                      </a:r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non CMS/ CMS it will be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124569"/>
                  </a:ext>
                </a:extLst>
              </a:tr>
              <a:tr h="5472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IsActive</a:t>
                      </a:r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TRUE/FALSE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given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member_id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sourcesystem</a:t>
                      </a:r>
                      <a:r>
                        <a:rPr lang="en-I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only one unique is allowed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186665"/>
                  </a:ext>
                </a:extLst>
              </a:tr>
              <a:tr h="47710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BatchId</a:t>
                      </a:r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100"/>
                        <a:t>True</a:t>
                      </a:r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lineage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801030"/>
                  </a:ext>
                </a:extLst>
              </a:tr>
              <a:tr h="3414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1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55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98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1021-208E-7A4B-51D5-4FA9A31B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A719-FAAA-0B45-AEC8-9382E6E5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effectLst/>
              </a:rPr>
              <a:t>Ensures </a:t>
            </a:r>
            <a:r>
              <a:rPr lang="en-IN" b="1">
                <a:effectLst/>
              </a:rPr>
              <a:t>continuity</a:t>
            </a:r>
            <a:r>
              <a:rPr lang="en-IN">
                <a:effectLst/>
              </a:rPr>
              <a:t> of </a:t>
            </a:r>
            <a:r>
              <a:rPr lang="en-IN">
                <a:effectLst/>
                <a:highlight>
                  <a:srgbClr val="FFFF00"/>
                </a:highlight>
              </a:rPr>
              <a:t>OurId</a:t>
            </a:r>
            <a:endParaRPr lang="en-IN">
              <a:highlight>
                <a:srgbClr val="FFFF00"/>
              </a:highlight>
            </a:endParaRPr>
          </a:p>
          <a:p>
            <a:r>
              <a:rPr lang="en-IN">
                <a:effectLst/>
              </a:rPr>
              <a:t>Avoids </a:t>
            </a:r>
            <a:r>
              <a:rPr lang="en-IN" b="1">
                <a:effectLst/>
              </a:rPr>
              <a:t>duplication/conflicts</a:t>
            </a:r>
            <a:endParaRPr lang="en-IN"/>
          </a:p>
          <a:p>
            <a:r>
              <a:rPr lang="en-IN">
                <a:effectLst/>
              </a:rPr>
              <a:t>Smooth transition with </a:t>
            </a:r>
            <a:r>
              <a:rPr lang="en-IN" b="1">
                <a:effectLst/>
              </a:rPr>
              <a:t>minimal disruption</a:t>
            </a:r>
            <a:endParaRPr lang="en-IN"/>
          </a:p>
          <a:p>
            <a:r>
              <a:rPr lang="en-IN">
                <a:effectLst/>
              </a:rPr>
              <a:t>Clear roadmap for </a:t>
            </a:r>
            <a:r>
              <a:rPr lang="en-IN" b="1">
                <a:effectLst/>
              </a:rPr>
              <a:t>eventual Databricks-only key generation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3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1767-9B9A-7E16-05B1-B1EC245E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Next Steps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EDF8-5A5A-626B-EE3B-D4BDFF39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effectLst/>
              </a:rPr>
              <a:t>POC on Federated queries from </a:t>
            </a:r>
            <a:r>
              <a:rPr lang="en-IN" err="1">
                <a:effectLst/>
              </a:rPr>
              <a:t>databricks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4897130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01684506616B4AA25ACEAB11E18AF3" ma:contentTypeVersion="11" ma:contentTypeDescription="Create a new document." ma:contentTypeScope="" ma:versionID="597525ad70e0a0f43a376c2ea30524fe">
  <xsd:schema xmlns:xsd="http://www.w3.org/2001/XMLSchema" xmlns:xs="http://www.w3.org/2001/XMLSchema" xmlns:p="http://schemas.microsoft.com/office/2006/metadata/properties" xmlns:ns2="33059d93-2309-41ed-9b34-ca808a9b9e01" xmlns:ns3="f16b3a5c-980b-46e3-b815-254754dadcaf" targetNamespace="http://schemas.microsoft.com/office/2006/metadata/properties" ma:root="true" ma:fieldsID="8dd4f92f54a6369ae601a3417159086b" ns2:_="" ns3:_="">
    <xsd:import namespace="33059d93-2309-41ed-9b34-ca808a9b9e01"/>
    <xsd:import namespace="f16b3a5c-980b-46e3-b815-254754dadc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59d93-2309-41ed-9b34-ca808a9b9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f2941a-98a3-4c0a-b0e5-dcebad1f39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b3a5c-980b-46e3-b815-254754dadc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41669ef-df6c-4b27-bee4-ea814f0aefc9}" ma:internalName="TaxCatchAll" ma:showField="CatchAllData" ma:web="f16b3a5c-980b-46e3-b815-254754dadc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059d93-2309-41ed-9b34-ca808a9b9e01">
      <Terms xmlns="http://schemas.microsoft.com/office/infopath/2007/PartnerControls"/>
    </lcf76f155ced4ddcb4097134ff3c332f>
    <TaxCatchAll xmlns="f16b3a5c-980b-46e3-b815-254754dadcaf" xsi:nil="true"/>
  </documentManagement>
</p:properties>
</file>

<file path=customXml/itemProps1.xml><?xml version="1.0" encoding="utf-8"?>
<ds:datastoreItem xmlns:ds="http://schemas.openxmlformats.org/officeDocument/2006/customXml" ds:itemID="{9AC5B339-3AB0-42C6-A06F-25DDDCB2A1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7F1835-EEEB-4155-9DB7-5F823FA0D761}">
  <ds:schemaRefs>
    <ds:schemaRef ds:uri="33059d93-2309-41ed-9b34-ca808a9b9e01"/>
    <ds:schemaRef ds:uri="f16b3a5c-980b-46e3-b815-254754dadc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796D670-D7B7-427E-991A-698BB2DAEB8A}">
  <ds:schemaRefs>
    <ds:schemaRef ds:uri="33059d93-2309-41ed-9b34-ca808a9b9e01"/>
    <ds:schemaRef ds:uri="f16b3a5c-980b-46e3-b815-254754dadca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Retrospect</vt:lpstr>
      <vt:lpstr>CINQ Silver ODS (Enrollment)</vt:lpstr>
      <vt:lpstr>Current State</vt:lpstr>
      <vt:lpstr>Migration Challenge</vt:lpstr>
      <vt:lpstr>Proposed Solution [Historical Data]</vt:lpstr>
      <vt:lpstr>Proposed Solution (Stepwise)</vt:lpstr>
      <vt:lpstr>Member Identity Resolution</vt:lpstr>
      <vt:lpstr>Benefits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Agarwal</dc:creator>
  <cp:revision>9</cp:revision>
  <dcterms:created xsi:type="dcterms:W3CDTF">2026-07-13T06:33:21Z</dcterms:created>
  <dcterms:modified xsi:type="dcterms:W3CDTF">2026-07-13T15:37:29Z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0x0101001601684506616B4AA25ACEAB11E18AF3</vt:lpwstr>
  </property>
  <property fmtid="{D5CDD505-2E9C-101B-9397-08002B2CF9AE}" pid="3" name="MediaServiceImageTags">
    <vt:lpwstr/>
  </property>
</Properties>
</file>